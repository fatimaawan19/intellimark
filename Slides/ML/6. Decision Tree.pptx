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3"/>
  </p:sldMasterIdLst>
  <p:notesMasterIdLst>
    <p:notesMasterId r:id="rId97"/>
  </p:notesMasterIdLst>
  <p:handoutMasterIdLst>
    <p:handoutMasterId r:id="rId98"/>
  </p:handoutMasterIdLst>
  <p:sldIdLst>
    <p:sldId id="530" r:id="rId4"/>
    <p:sldId id="531" r:id="rId5"/>
    <p:sldId id="532" r:id="rId6"/>
    <p:sldId id="422" r:id="rId7"/>
    <p:sldId id="423" r:id="rId8"/>
    <p:sldId id="424" r:id="rId9"/>
    <p:sldId id="426" r:id="rId10"/>
    <p:sldId id="427" r:id="rId11"/>
    <p:sldId id="428" r:id="rId12"/>
    <p:sldId id="407" r:id="rId13"/>
    <p:sldId id="408" r:id="rId14"/>
    <p:sldId id="409" r:id="rId15"/>
    <p:sldId id="410" r:id="rId16"/>
    <p:sldId id="411" r:id="rId17"/>
    <p:sldId id="412" r:id="rId18"/>
    <p:sldId id="413" r:id="rId19"/>
    <p:sldId id="414" r:id="rId20"/>
    <p:sldId id="415" r:id="rId21"/>
    <p:sldId id="416" r:id="rId22"/>
    <p:sldId id="417" r:id="rId23"/>
    <p:sldId id="418" r:id="rId24"/>
    <p:sldId id="502" r:id="rId25"/>
    <p:sldId id="503" r:id="rId26"/>
    <p:sldId id="504" r:id="rId27"/>
    <p:sldId id="505" r:id="rId28"/>
    <p:sldId id="506" r:id="rId29"/>
    <p:sldId id="467" r:id="rId30"/>
    <p:sldId id="468" r:id="rId31"/>
    <p:sldId id="469" r:id="rId32"/>
    <p:sldId id="466" r:id="rId33"/>
    <p:sldId id="470" r:id="rId34"/>
    <p:sldId id="471" r:id="rId35"/>
    <p:sldId id="472" r:id="rId36"/>
    <p:sldId id="473" r:id="rId37"/>
    <p:sldId id="474" r:id="rId38"/>
    <p:sldId id="475" r:id="rId39"/>
    <p:sldId id="476" r:id="rId40"/>
    <p:sldId id="477" r:id="rId41"/>
    <p:sldId id="478" r:id="rId42"/>
    <p:sldId id="479" r:id="rId43"/>
    <p:sldId id="480" r:id="rId44"/>
    <p:sldId id="481" r:id="rId45"/>
    <p:sldId id="482" r:id="rId46"/>
    <p:sldId id="483" r:id="rId47"/>
    <p:sldId id="484" r:id="rId48"/>
    <p:sldId id="485" r:id="rId49"/>
    <p:sldId id="486" r:id="rId50"/>
    <p:sldId id="491" r:id="rId51"/>
    <p:sldId id="487" r:id="rId52"/>
    <p:sldId id="488" r:id="rId53"/>
    <p:sldId id="489" r:id="rId54"/>
    <p:sldId id="490" r:id="rId55"/>
    <p:sldId id="492" r:id="rId56"/>
    <p:sldId id="493" r:id="rId57"/>
    <p:sldId id="494" r:id="rId58"/>
    <p:sldId id="495" r:id="rId59"/>
    <p:sldId id="498" r:id="rId60"/>
    <p:sldId id="499" r:id="rId61"/>
    <p:sldId id="497" r:id="rId62"/>
    <p:sldId id="496" r:id="rId63"/>
    <p:sldId id="500" r:id="rId64"/>
    <p:sldId id="507" r:id="rId65"/>
    <p:sldId id="508" r:id="rId66"/>
    <p:sldId id="509" r:id="rId67"/>
    <p:sldId id="510" r:id="rId68"/>
    <p:sldId id="511" r:id="rId69"/>
    <p:sldId id="512" r:id="rId70"/>
    <p:sldId id="513" r:id="rId71"/>
    <p:sldId id="514" r:id="rId72"/>
    <p:sldId id="515" r:id="rId73"/>
    <p:sldId id="516" r:id="rId74"/>
    <p:sldId id="517" r:id="rId75"/>
    <p:sldId id="518" r:id="rId76"/>
    <p:sldId id="519" r:id="rId77"/>
    <p:sldId id="520" r:id="rId78"/>
    <p:sldId id="521" r:id="rId79"/>
    <p:sldId id="525" r:id="rId80"/>
    <p:sldId id="522" r:id="rId81"/>
    <p:sldId id="523" r:id="rId82"/>
    <p:sldId id="524" r:id="rId83"/>
    <p:sldId id="526" r:id="rId84"/>
    <p:sldId id="527" r:id="rId85"/>
    <p:sldId id="528" r:id="rId86"/>
    <p:sldId id="529" r:id="rId87"/>
    <p:sldId id="405" r:id="rId88"/>
    <p:sldId id="385" r:id="rId89"/>
    <p:sldId id="386" r:id="rId90"/>
    <p:sldId id="383" r:id="rId91"/>
    <p:sldId id="395" r:id="rId92"/>
    <p:sldId id="384" r:id="rId93"/>
    <p:sldId id="387" r:id="rId94"/>
    <p:sldId id="464" r:id="rId95"/>
    <p:sldId id="465" r:id="rId9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88" autoAdjust="0"/>
    <p:restoredTop sz="94660"/>
  </p:normalViewPr>
  <p:slideViewPr>
    <p:cSldViewPr>
      <p:cViewPr varScale="1">
        <p:scale>
          <a:sx n="75" d="100"/>
          <a:sy n="75" d="100"/>
        </p:scale>
        <p:origin x="120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tableStyles" Target="tableStyles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customXml" Target="../customXml/item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handoutMaster" Target="handoutMasters/handoutMaster1.xml"/><Relationship Id="rId3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C381BDC-EDC4-4194-B135-12FC7752F4D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46F96E7-6186-49BB-ADB1-4637E6AF195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0616797F-E8E7-48F8-B3F4-D6A3C1EA752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40459228-FE95-4B43-9723-A18D3451F74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73071675-177C-417F-AD82-D89F7FD5032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0659E57-9A5E-40EC-8EAC-A0758DE80C4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52B64C9-FF2A-4B01-BC2D-B9C817E8727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5F0A783A-CD83-41EC-92B0-28BDF42A8BBB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1DF9FDBA-B476-4907-8135-45DEB4565C3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F1EBF5B0-B7B2-44E7-853D-FBA31F049DF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02AAA2D2-4AA8-4ED6-B712-77B38BC903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EDBC3DF8-6D18-4606-80B4-97954B54EE5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9120EDFA-420A-4FD4-9FF0-CF8803CA67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0837D03-4FDF-42EC-ACE0-2F4222A436F5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32E544B8-7A49-44CE-9B65-C6B4B58D207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488C54D2-2E2D-425D-8F55-B2D0C73569FD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6B960F6A-4A55-4852-B36A-2DC160D456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FF21A67-5E1E-4083-8744-2CE9F6F3E2DC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9AE5AA47-B18D-4CD1-831E-01144C9EF66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C87FBAA7-1144-437B-890A-610B84EDE2B8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78DCB031-BEFD-4CEF-A31F-0F28ECF12C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44E3BF3-AFEA-45F3-8214-99B20BB618B5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8F34C413-AA8A-43B4-99D7-22A3401686E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869313C3-BDE4-4F29-9DDC-486E0A9C79F2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98AC35D3-07A8-4B78-97B3-459B91253B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F2D1A89-CEEC-4A5F-A7A2-549FECFA54E3}" type="slidenum">
              <a:rPr lang="en-US" altLang="en-US">
                <a:latin typeface="Times New Roman" panose="02020603050405020304" pitchFamily="18" charset="0"/>
              </a:rPr>
              <a:pPr/>
              <a:t>85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9CDC7D1D-155F-4BBE-9681-8B18FCA8A66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152E6696-2BA6-454A-9D7A-F06E137B21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BD9FCCA5-0D2A-484A-932A-96FB514066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B235F6D-3CD5-4FAB-A77B-D1F7904EA942}" type="slidenum">
              <a:rPr lang="en-US" altLang="en-US">
                <a:latin typeface="Times New Roman" panose="02020603050405020304" pitchFamily="18" charset="0"/>
              </a:rPr>
              <a:pPr/>
              <a:t>86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06329A8B-1F56-42FE-AED1-6F5341E6961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82C93769-0220-4B2B-BF64-7D114F5DEC96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8198AD28-BE5E-445A-B0E3-063148FDAB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FF0FD21-BE10-46DB-9F83-524FFA4E8DF5}" type="slidenum">
              <a:rPr lang="en-US" altLang="en-US">
                <a:latin typeface="Times New Roman" panose="02020603050405020304" pitchFamily="18" charset="0"/>
              </a:rPr>
              <a:pPr/>
              <a:t>87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95CB6E34-9611-464E-A53A-E84CA21AC95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C02EDD74-3094-46D6-8372-3DB6C980F46E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581F697B-BC82-4597-B60D-8533E7F6AE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0BB1B98-4602-472C-A0FF-8A162303D7D8}" type="slidenum">
              <a:rPr lang="en-US" altLang="en-US">
                <a:latin typeface="Times New Roman" panose="02020603050405020304" pitchFamily="18" charset="0"/>
              </a:rPr>
              <a:pPr/>
              <a:t>88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89A1F48F-5882-4C34-BCFF-7781B6F4D41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E578E658-7176-4E1E-885D-EF778937BD0D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076ED0E6-5F24-4F60-BB09-0E9A084041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0341ABB-DA68-4B70-8EEB-F86FAB0894F5}" type="slidenum">
              <a:rPr lang="en-US" altLang="en-US">
                <a:latin typeface="Times New Roman" panose="02020603050405020304" pitchFamily="18" charset="0"/>
              </a:rPr>
              <a:pPr/>
              <a:t>89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A5457911-5A1A-426B-9323-F42142C6030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BF637ED7-ED81-46CD-92AE-94879DFCD367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C0EB913F-E82F-4DEE-9964-DF62CFAEEF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95621CB-6141-4E95-87F6-9431FBD7A557}" type="slidenum">
              <a:rPr lang="en-US" altLang="en-US">
                <a:latin typeface="Times New Roman" panose="02020603050405020304" pitchFamily="18" charset="0"/>
              </a:rPr>
              <a:pPr/>
              <a:t>90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88B78CC5-5431-420E-940F-1099582EE29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171D498E-6DA1-4D13-AFF5-1FC5B4745682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FC5DE7B1-6810-46CB-9242-504200A941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7BDCF6F-CADE-48EC-BC63-178A7D9D817F}" type="slidenum">
              <a:rPr lang="en-US" altLang="en-US">
                <a:latin typeface="Times New Roman" panose="02020603050405020304" pitchFamily="18" charset="0"/>
              </a:rPr>
              <a:pPr/>
              <a:t>91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E6A4E72C-6B63-4E13-8829-0D03D575EC7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97C52060-6CFD-485A-9221-EE57A5941907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58DC4284-8C9C-42BF-9AB9-67D4B917460F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2EC15F1C-F276-42B7-8431-30A65F9F2A51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CDFDEF22-3F85-4F28-8EED-EF79A599C122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64CC3C86-402C-4F46-B077-82197EF03B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F156B360-D10A-4DEC-9A95-E864D4A292E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9B5FCCCE-F200-4E9A-9A12-BB1368BA7D1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>
                <a:extLst>
                  <a:ext uri="{FF2B5EF4-FFF2-40B4-BE49-F238E27FC236}">
                    <a16:creationId xmlns:a16="http://schemas.microsoft.com/office/drawing/2014/main" id="{31DADBEE-16E2-4F41-9503-80C6244D8EB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C30F2E07-929D-4552-94BF-4B40B1C07C8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>
                <a:extLst>
                  <a:ext uri="{FF2B5EF4-FFF2-40B4-BE49-F238E27FC236}">
                    <a16:creationId xmlns:a16="http://schemas.microsoft.com/office/drawing/2014/main" id="{0AD488DC-ACA9-486E-8A23-4FD038D98B9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>
                <a:extLst>
                  <a:ext uri="{FF2B5EF4-FFF2-40B4-BE49-F238E27FC236}">
                    <a16:creationId xmlns:a16="http://schemas.microsoft.com/office/drawing/2014/main" id="{3549D33B-76CB-4281-AB16-CF519054205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>
                <a:extLst>
                  <a:ext uri="{FF2B5EF4-FFF2-40B4-BE49-F238E27FC236}">
                    <a16:creationId xmlns:a16="http://schemas.microsoft.com/office/drawing/2014/main" id="{762D1477-D82A-4FDA-B764-A2F477AF170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DDDB734B-5ECA-44B3-9B8B-EC627004CA3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>
                <a:extLst>
                  <a:ext uri="{FF2B5EF4-FFF2-40B4-BE49-F238E27FC236}">
                    <a16:creationId xmlns:a16="http://schemas.microsoft.com/office/drawing/2014/main" id="{13301B4D-1552-4452-96B0-A9ADCFA3ABC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>
                <a:extLst>
                  <a:ext uri="{FF2B5EF4-FFF2-40B4-BE49-F238E27FC236}">
                    <a16:creationId xmlns:a16="http://schemas.microsoft.com/office/drawing/2014/main" id="{F05E6729-F005-49AB-A9E6-4F7DCBC74AB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52225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2226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41660FF0-5FFD-4F9C-B0F5-C924926E3A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784D89B0-2EA5-47F8-8331-5ABD2F97F3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ACA9F9FC-71AA-49DD-9033-444A639878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007F60-46B7-4C20-991A-7E4C951148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1693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B596FB7-3F90-4AFE-98D8-5683E7E3F45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4F36643-FAFE-488F-8003-654F992F1E2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9E1DBF-4C86-4D36-BED1-95E62F9ACCF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812B143A-FA51-480D-98B8-44B2FEB7B536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417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73D3A53-53E5-4028-B084-C481E3399E5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D685449-2120-4984-9ECE-5B9C8CB9458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F543A-B9D7-4C93-BCD2-B3B7DAF6424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24858F97-4EE9-4917-B937-A98B23116B76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982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856FA1C-1402-463D-ABE3-D0F40F1521C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A5E1B98-1394-4BDC-AAC9-9EF9F9F88D5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4C547F-4DEB-47A0-8B1B-3C224FB5F2C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9AF08B4E-ECCF-4473-A450-524897C4116E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54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4E37F9D-DB25-468E-B426-A6B737589EC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1C9B38D-5AFD-4D3B-B113-16A3340D9D5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2EECF4-16AD-4AF5-BC70-2271B0A129E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8C3B2D3F-FB02-48F4-8D59-7956C6345D3D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081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92F6C5-5B8A-4B26-A019-0A0E2F6EF21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739513-D94E-4CB1-8305-16BE9AA0641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F32129-AB0F-4759-96A5-CBB1CA60963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5CE249C7-2BB5-4E5F-9B97-704D4863AB91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191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FBF7EE0-DA84-449A-809D-79521358B3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4182612-2CCA-4FAF-BEFF-6A4EE6AA146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BE3938-AC75-4F41-8AE4-C8EDDFCD128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20EA2BCA-A5DC-4459-953F-5991031ECD70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77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EBA8821-0930-4470-99AF-0B9F6CE553E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03DCAC9-9B09-4639-A921-DFE09686EBC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F06319-402B-43F4-B907-3A443759567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409FF3E3-682B-4601-AD76-89B7DA8298CE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22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242ABBC-941B-4D9F-8DA8-54897EC229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C9686FB-FDF8-438E-95B5-558F12CCAEA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C579B9-29E9-41E0-A68E-FBFBD444748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23E960B3-E5D6-44EE-8BD0-9343716A32E8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01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E93FD2B-D08E-4B69-92CE-50DC83566BF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CDE43CD-C023-4940-B105-C022642D03E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073AC2-19D2-416E-9DFB-1F4F92AEFDB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51F9187B-919A-4AF6-8033-37D030287B65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97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C09AD4A-0F53-4C52-B493-23B944FEEB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AB19C3C-A53C-4CBB-9646-ECEDDA9DEF6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63183C-5FA4-4375-95C0-B25ECD5C436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9801D84A-2DB3-4CD0-9643-A01BF166BC8A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7594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D91CB-375A-4C5C-A052-7E5BF5621F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B1854-8A5F-423C-9580-18DAE8709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4D340-2718-4717-B801-65B7521BE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2BDABA7A-C32B-41AC-967A-ECA99D79238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62948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12F169-6690-4A47-99F8-E3F7CDFBD9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2E542-0A57-4737-9D18-3736F03D9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D8FAE-2545-48F1-B4D1-A49668B1B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92EDE17F-BD70-4762-8829-EF7B5420633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4154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>
            <a:extLst>
              <a:ext uri="{FF2B5EF4-FFF2-40B4-BE49-F238E27FC236}">
                <a16:creationId xmlns:a16="http://schemas.microsoft.com/office/drawing/2014/main" id="{05BA72A1-B999-4AB9-ABC0-5C9C115D3CA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1219" name="Rectangle 3">
            <a:extLst>
              <a:ext uri="{FF2B5EF4-FFF2-40B4-BE49-F238E27FC236}">
                <a16:creationId xmlns:a16="http://schemas.microsoft.com/office/drawing/2014/main" id="{7A3FFDF1-3770-4B88-9CB1-9D4BF69F9B5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fld id="{345AF235-7316-4FDC-8C4D-A8D3DB045174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28" name="Group 4">
            <a:extLst>
              <a:ext uri="{FF2B5EF4-FFF2-40B4-BE49-F238E27FC236}">
                <a16:creationId xmlns:a16="http://schemas.microsoft.com/office/drawing/2014/main" id="{C4708ED2-0964-4922-8FCA-AB1F980C9EBB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>
              <a:extLst>
                <a:ext uri="{FF2B5EF4-FFF2-40B4-BE49-F238E27FC236}">
                  <a16:creationId xmlns:a16="http://schemas.microsoft.com/office/drawing/2014/main" id="{5C3BE436-2610-4B66-8623-FC5B16DF0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>
              <a:extLst>
                <a:ext uri="{FF2B5EF4-FFF2-40B4-BE49-F238E27FC236}">
                  <a16:creationId xmlns:a16="http://schemas.microsoft.com/office/drawing/2014/main" id="{3F5C8826-E719-43F9-9337-CCF327D1E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>
              <a:extLst>
                <a:ext uri="{FF2B5EF4-FFF2-40B4-BE49-F238E27FC236}">
                  <a16:creationId xmlns:a16="http://schemas.microsoft.com/office/drawing/2014/main" id="{0AA01B8D-E1D9-487E-BD55-4B0782DCD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>
              <a:extLst>
                <a:ext uri="{FF2B5EF4-FFF2-40B4-BE49-F238E27FC236}">
                  <a16:creationId xmlns:a16="http://schemas.microsoft.com/office/drawing/2014/main" id="{17B57E3E-9E26-4078-A810-A2569B290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>
              <a:extLst>
                <a:ext uri="{FF2B5EF4-FFF2-40B4-BE49-F238E27FC236}">
                  <a16:creationId xmlns:a16="http://schemas.microsoft.com/office/drawing/2014/main" id="{D17DE1CA-D732-4AB2-BCF7-73BFAB34B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>
              <a:extLst>
                <a:ext uri="{FF2B5EF4-FFF2-40B4-BE49-F238E27FC236}">
                  <a16:creationId xmlns:a16="http://schemas.microsoft.com/office/drawing/2014/main" id="{5D20BD58-6B78-49FA-BF50-D6F9557E6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>
              <a:extLst>
                <a:ext uri="{FF2B5EF4-FFF2-40B4-BE49-F238E27FC236}">
                  <a16:creationId xmlns:a16="http://schemas.microsoft.com/office/drawing/2014/main" id="{B356A0A5-4F0E-4630-82CC-4CD7657D98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>
              <a:extLst>
                <a:ext uri="{FF2B5EF4-FFF2-40B4-BE49-F238E27FC236}">
                  <a16:creationId xmlns:a16="http://schemas.microsoft.com/office/drawing/2014/main" id="{9840F8BF-32A2-4BB6-8575-CB9E03117E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>
              <a:extLst>
                <a:ext uri="{FF2B5EF4-FFF2-40B4-BE49-F238E27FC236}">
                  <a16:creationId xmlns:a16="http://schemas.microsoft.com/office/drawing/2014/main" id="{EE454EFB-CADA-4F0C-99B3-5CCD79C1F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>
            <a:extLst>
              <a:ext uri="{FF2B5EF4-FFF2-40B4-BE49-F238E27FC236}">
                <a16:creationId xmlns:a16="http://schemas.microsoft.com/office/drawing/2014/main" id="{C04DE062-01C8-45CA-8A57-A943239168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Rectangle 15">
            <a:extLst>
              <a:ext uri="{FF2B5EF4-FFF2-40B4-BE49-F238E27FC236}">
                <a16:creationId xmlns:a16="http://schemas.microsoft.com/office/drawing/2014/main" id="{B04748B3-F766-4721-9225-D0D405A163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21232" name="Rectangle 16">
            <a:extLst>
              <a:ext uri="{FF2B5EF4-FFF2-40B4-BE49-F238E27FC236}">
                <a16:creationId xmlns:a16="http://schemas.microsoft.com/office/drawing/2014/main" id="{C6A196D0-6707-48EB-A5A5-45A498F02E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1" r:id="rId12"/>
    <p:sldLayoutId id="2147483802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oleObject" Target="../embeddings/oleObject4.bin"/><Relationship Id="rId4" Type="http://schemas.openxmlformats.org/officeDocument/2006/relationships/image" Target="../media/image63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oleObject" Target="../embeddings/oleObject6.bin"/><Relationship Id="rId4" Type="http://schemas.openxmlformats.org/officeDocument/2006/relationships/image" Target="../media/image63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1">
            <a:extLst>
              <a:ext uri="{FF2B5EF4-FFF2-40B4-BE49-F238E27FC236}">
                <a16:creationId xmlns:a16="http://schemas.microsoft.com/office/drawing/2014/main" id="{F3272310-7B75-4346-8096-752CE8110A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7C79D12-E8FD-4CBC-93FB-C6C4EAC1B165}" type="slidenum">
              <a:rPr lang="en-US" altLang="en-US">
                <a:latin typeface="Arial Black" panose="020B0A04020102020204" pitchFamily="34" charset="0"/>
              </a:rPr>
              <a:pPr/>
              <a:t>1</a:t>
            </a:fld>
            <a:endParaRPr lang="en-US" altLang="en-US">
              <a:latin typeface="Arial Black" panose="020B0A04020102020204" pitchFamily="34" charset="0"/>
            </a:endParaRPr>
          </a:p>
        </p:txBody>
      </p:sp>
      <p:sp>
        <p:nvSpPr>
          <p:cNvPr id="7171" name="Text Box 3">
            <a:extLst>
              <a:ext uri="{FF2B5EF4-FFF2-40B4-BE49-F238E27FC236}">
                <a16:creationId xmlns:a16="http://schemas.microsoft.com/office/drawing/2014/main" id="{9AF796A2-3AD2-4906-825F-9B82527DC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143000"/>
            <a:ext cx="8153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400" b="1">
                <a:latin typeface="Times New Roman" panose="02020603050405020304" pitchFamily="18" charset="0"/>
              </a:rPr>
              <a:t> This type of data is easier to classify using logistic regression.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AF7CE64D-41B2-444B-85A0-6D8DF798C9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81000"/>
            <a:ext cx="716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400" b="1" u="sng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DECISION TREE</a:t>
            </a:r>
          </a:p>
        </p:txBody>
      </p:sp>
      <p:pic>
        <p:nvPicPr>
          <p:cNvPr id="7173" name="Picture 4">
            <a:extLst>
              <a:ext uri="{FF2B5EF4-FFF2-40B4-BE49-F238E27FC236}">
                <a16:creationId xmlns:a16="http://schemas.microsoft.com/office/drawing/2014/main" id="{F853AC8C-7371-4750-9892-EA96E656B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2278063"/>
            <a:ext cx="5191125" cy="381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1">
            <a:extLst>
              <a:ext uri="{FF2B5EF4-FFF2-40B4-BE49-F238E27FC236}">
                <a16:creationId xmlns:a16="http://schemas.microsoft.com/office/drawing/2014/main" id="{392B2539-9099-40DC-B581-1097FC0733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453BDB6-4078-4BB2-9EA3-30E59449C77A}" type="slidenum">
              <a:rPr lang="en-US" altLang="en-US">
                <a:latin typeface="Arial Black" panose="020B0A04020102020204" pitchFamily="34" charset="0"/>
              </a:rPr>
              <a:pPr/>
              <a:t>2</a:t>
            </a:fld>
            <a:endParaRPr lang="en-US" altLang="en-US">
              <a:latin typeface="Arial Black" panose="020B0A04020102020204" pitchFamily="34" charset="0"/>
            </a:endParaRPr>
          </a:p>
        </p:txBody>
      </p:sp>
      <p:sp>
        <p:nvSpPr>
          <p:cNvPr id="8195" name="Text Box 3">
            <a:extLst>
              <a:ext uri="{FF2B5EF4-FFF2-40B4-BE49-F238E27FC236}">
                <a16:creationId xmlns:a16="http://schemas.microsoft.com/office/drawing/2014/main" id="{1C7B6917-263F-4B2D-ACC5-96E8338DF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143000"/>
            <a:ext cx="81534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400" b="1">
                <a:latin typeface="Times New Roman" panose="02020603050405020304" pitchFamily="18" charset="0"/>
              </a:rPr>
              <a:t> Complex datasets cannot be classified using single decision boundary.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400" b="1">
                <a:latin typeface="Times New Roman" panose="02020603050405020304" pitchFamily="18" charset="0"/>
              </a:rPr>
              <a:t>We need to split dataset again and again to create multiple decision boundaries.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400" b="1">
                <a:latin typeface="Times New Roman" panose="02020603050405020304" pitchFamily="18" charset="0"/>
              </a:rPr>
              <a:t>Decision tee helps to build that.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endParaRPr lang="en-US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8B9BC963-D0CC-4280-9CFB-24B7520B1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81000"/>
            <a:ext cx="716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400" b="1" u="sng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DECISION TREE</a:t>
            </a:r>
          </a:p>
        </p:txBody>
      </p:sp>
      <p:pic>
        <p:nvPicPr>
          <p:cNvPr id="8197" name="Picture 5">
            <a:extLst>
              <a:ext uri="{FF2B5EF4-FFF2-40B4-BE49-F238E27FC236}">
                <a16:creationId xmlns:a16="http://schemas.microsoft.com/office/drawing/2014/main" id="{43F2229C-F070-417B-9EE0-B5E363F07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3213100"/>
            <a:ext cx="5818187" cy="367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1">
            <a:extLst>
              <a:ext uri="{FF2B5EF4-FFF2-40B4-BE49-F238E27FC236}">
                <a16:creationId xmlns:a16="http://schemas.microsoft.com/office/drawing/2014/main" id="{7306C8E9-E2DF-4A6E-987C-3F1DD8B117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9A1F204-11F3-484F-B296-19BBE68B2DC2}" type="slidenum">
              <a:rPr lang="en-US" altLang="en-US">
                <a:latin typeface="Arial Black" panose="020B0A04020102020204" pitchFamily="34" charset="0"/>
              </a:rPr>
              <a:pPr/>
              <a:t>3</a:t>
            </a:fld>
            <a:endParaRPr lang="en-US" altLang="en-US">
              <a:latin typeface="Arial Black" panose="020B0A04020102020204" pitchFamily="34" charset="0"/>
            </a:endParaRPr>
          </a:p>
        </p:txBody>
      </p:sp>
      <p:sp>
        <p:nvSpPr>
          <p:cNvPr id="9219" name="Text Box 3">
            <a:extLst>
              <a:ext uri="{FF2B5EF4-FFF2-40B4-BE49-F238E27FC236}">
                <a16:creationId xmlns:a16="http://schemas.microsoft.com/office/drawing/2014/main" id="{36D2DA6C-E1D1-4963-8083-5A35A4AAA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143000"/>
            <a:ext cx="8153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400" b="1">
                <a:latin typeface="Times New Roman" panose="02020603050405020304" pitchFamily="18" charset="0"/>
              </a:rPr>
              <a:t> An example decision tree.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endParaRPr lang="en-US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7A848343-0D2A-4F4D-874D-EFD543104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81000"/>
            <a:ext cx="716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400" b="1" u="sng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DECISION TREE</a:t>
            </a:r>
          </a:p>
        </p:txBody>
      </p:sp>
      <p:pic>
        <p:nvPicPr>
          <p:cNvPr id="9221" name="Picture 4">
            <a:extLst>
              <a:ext uri="{FF2B5EF4-FFF2-40B4-BE49-F238E27FC236}">
                <a16:creationId xmlns:a16="http://schemas.microsoft.com/office/drawing/2014/main" id="{8D44894E-7CDB-4450-89D5-F6144E342A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66925"/>
            <a:ext cx="9144000" cy="408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2">
            <a:extLst>
              <a:ext uri="{FF2B5EF4-FFF2-40B4-BE49-F238E27FC236}">
                <a16:creationId xmlns:a16="http://schemas.microsoft.com/office/drawing/2014/main" id="{8DED3750-C2C9-49D2-BD40-4D47753BFB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B0CB516-BD11-4C73-A00D-57C472BEF1B8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286722" name="Text Box 2">
            <a:extLst>
              <a:ext uri="{FF2B5EF4-FFF2-40B4-BE49-F238E27FC236}">
                <a16:creationId xmlns:a16="http://schemas.microsoft.com/office/drawing/2014/main" id="{50DD0779-F323-4E28-8031-928A51885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81000"/>
            <a:ext cx="716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400" b="1" u="sng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DECISION TREE</a:t>
            </a:r>
          </a:p>
        </p:txBody>
      </p:sp>
      <p:sp>
        <p:nvSpPr>
          <p:cNvPr id="10244" name="Text Box 3">
            <a:extLst>
              <a:ext uri="{FF2B5EF4-FFF2-40B4-BE49-F238E27FC236}">
                <a16:creationId xmlns:a16="http://schemas.microsoft.com/office/drawing/2014/main" id="{0D8073D3-4ACF-403E-858B-5C16D5C2C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143000"/>
            <a:ext cx="8153400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400" b="1">
                <a:latin typeface="Times New Roman" panose="02020603050405020304" pitchFamily="18" charset="0"/>
              </a:rPr>
              <a:t> Humans can supply rules to logical reasoning programs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400" b="1">
                <a:latin typeface="Times New Roman" panose="02020603050405020304" pitchFamily="18" charset="0"/>
              </a:rPr>
              <a:t> Another way is to impart the ability of constructing rules to the machines themselves. 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endParaRPr lang="en-US" altLang="en-US" sz="2400" b="1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400" b="1">
                <a:latin typeface="Times New Roman" panose="02020603050405020304" pitchFamily="18" charset="0"/>
              </a:rPr>
              <a:t> The machine is given raw data and it is supposed to form rules (i.e. a model or concept) about the process from which the data is generated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2">
            <a:extLst>
              <a:ext uri="{FF2B5EF4-FFF2-40B4-BE49-F238E27FC236}">
                <a16:creationId xmlns:a16="http://schemas.microsoft.com/office/drawing/2014/main" id="{9EE5E47A-D59F-42D9-AF71-C8B7D2B35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9DC7FBB-97CE-41B5-A955-BADF03BF70E2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419842" name="Text Box 2">
            <a:extLst>
              <a:ext uri="{FF2B5EF4-FFF2-40B4-BE49-F238E27FC236}">
                <a16:creationId xmlns:a16="http://schemas.microsoft.com/office/drawing/2014/main" id="{7255F626-37A1-4D57-B404-DC0059A162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81000"/>
            <a:ext cx="716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400" b="1" u="sng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DECISION TREES</a:t>
            </a:r>
          </a:p>
        </p:txBody>
      </p:sp>
      <p:sp>
        <p:nvSpPr>
          <p:cNvPr id="12292" name="Text Box 3">
            <a:extLst>
              <a:ext uri="{FF2B5EF4-FFF2-40B4-BE49-F238E27FC236}">
                <a16:creationId xmlns:a16="http://schemas.microsoft.com/office/drawing/2014/main" id="{61E832EF-9289-4C85-BC97-B16DB7FAB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143000"/>
            <a:ext cx="8153400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Most widely used learning method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It is a method that induces concepts from examples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learning is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: i.e. the classes or categories of the data instances are known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It represents concepts as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a representation that allows us to determine the classification of an object by testing its values for certain properties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2">
            <a:extLst>
              <a:ext uri="{FF2B5EF4-FFF2-40B4-BE49-F238E27FC236}">
                <a16:creationId xmlns:a16="http://schemas.microsoft.com/office/drawing/2014/main" id="{284E84F7-01FD-4C10-92B0-A87253E876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A03DF28-FA35-49F1-ACD8-F657F26D0F78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456706" name="Text Box 1026">
            <a:extLst>
              <a:ext uri="{FF2B5EF4-FFF2-40B4-BE49-F238E27FC236}">
                <a16:creationId xmlns:a16="http://schemas.microsoft.com/office/drawing/2014/main" id="{326B79F3-6649-4FD7-8B35-7311CCAE6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404813"/>
            <a:ext cx="716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400" b="1" u="sng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DECISION TREES</a:t>
            </a:r>
          </a:p>
        </p:txBody>
      </p:sp>
      <p:sp>
        <p:nvSpPr>
          <p:cNvPr id="14340" name="Text Box 1027">
            <a:extLst>
              <a:ext uri="{FF2B5EF4-FFF2-40B4-BE49-F238E27FC236}">
                <a16:creationId xmlns:a16="http://schemas.microsoft.com/office/drawing/2014/main" id="{9908065A-CB8F-489C-A54A-57FA51EF7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143000"/>
            <a:ext cx="8153400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We may think of each property of an instance as contributing a certain amount of information to its classification. 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if our goal is to determine the species of an animal, the discovery that it lays eggs contributes a certain amount of information to that goal</a:t>
            </a:r>
            <a:endParaRPr lang="en-US" altLang="en-US" sz="2400" b="1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>
            <a:extLst>
              <a:ext uri="{FF2B5EF4-FFF2-40B4-BE49-F238E27FC236}">
                <a16:creationId xmlns:a16="http://schemas.microsoft.com/office/drawing/2014/main" id="{832E8165-E424-44D6-A588-D0D7E887B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289175"/>
            <a:ext cx="8229600" cy="456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sz="2400">
                <a:ea typeface="SimSun" panose="020B0503020204020204" pitchFamily="2" charset="-122"/>
              </a:rPr>
              <a:t>Decision tree is a classifier in the form of a tree structure</a:t>
            </a:r>
          </a:p>
          <a:p>
            <a:pPr lvl="1" eaLnBrk="1" hangingPunct="1">
              <a:buClr>
                <a:schemeClr val="tx1"/>
              </a:buClr>
              <a:buSzPct val="75000"/>
              <a:buFontTx/>
              <a:buChar char="–"/>
            </a:pPr>
            <a:r>
              <a:rPr lang="en-US" altLang="zh-CN" sz="2200">
                <a:ea typeface="SimSun" panose="020B0503020204020204" pitchFamily="2" charset="-122"/>
              </a:rPr>
              <a:t>Decision node: specifies a test on a single attribute</a:t>
            </a:r>
          </a:p>
          <a:p>
            <a:pPr lvl="1" eaLnBrk="1" hangingPunct="1">
              <a:buClr>
                <a:schemeClr val="tx1"/>
              </a:buClr>
              <a:buSzPct val="75000"/>
              <a:buFontTx/>
              <a:buChar char="–"/>
            </a:pPr>
            <a:r>
              <a:rPr lang="en-US" altLang="zh-CN" sz="2200">
                <a:ea typeface="SimSun" panose="020B0503020204020204" pitchFamily="2" charset="-122"/>
              </a:rPr>
              <a:t>Leaf node: indicates the value of the target attribute </a:t>
            </a:r>
          </a:p>
          <a:p>
            <a:pPr lvl="1" eaLnBrk="1" hangingPunct="1">
              <a:buClr>
                <a:schemeClr val="tx1"/>
              </a:buClr>
              <a:buSzPct val="75000"/>
              <a:buFontTx/>
              <a:buChar char="–"/>
            </a:pPr>
            <a:r>
              <a:rPr lang="en-US" altLang="zh-CN" sz="2200">
                <a:ea typeface="SimSun" panose="020B0503020204020204" pitchFamily="2" charset="-122"/>
              </a:rPr>
              <a:t>Arc/edge: split of one attribute</a:t>
            </a:r>
          </a:p>
          <a:p>
            <a:pPr lvl="1" eaLnBrk="1" hangingPunct="1">
              <a:buClr>
                <a:schemeClr val="tx1"/>
              </a:buClr>
              <a:buSzPct val="75000"/>
              <a:buFontTx/>
              <a:buChar char="–"/>
            </a:pPr>
            <a:r>
              <a:rPr lang="en-US" altLang="zh-CN" sz="2200">
                <a:ea typeface="SimSun" panose="020B0503020204020204" pitchFamily="2" charset="-122"/>
              </a:rPr>
              <a:t>Path: a disjunction of test to make the final decision 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l"/>
            </a:pPr>
            <a:endParaRPr lang="en-US" altLang="zh-CN" sz="2200">
              <a:ea typeface="SimSun" panose="020B0503020204020204" pitchFamily="2" charset="-122"/>
            </a:endParaRP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sz="2400">
                <a:ea typeface="SimSun" panose="020B0503020204020204" pitchFamily="2" charset="-122"/>
              </a:rPr>
              <a:t>Decision trees classify instances or examples by starting at the root of the tree and moving through it until a leaf node.</a:t>
            </a:r>
            <a:endParaRPr lang="en-US" altLang="zh-CN" sz="2800">
              <a:ea typeface="SimSun" panose="020B0503020204020204" pitchFamily="2" charset="-122"/>
            </a:endParaRPr>
          </a:p>
        </p:txBody>
      </p:sp>
      <p:sp>
        <p:nvSpPr>
          <p:cNvPr id="16387" name="AutoShape 6">
            <a:extLst>
              <a:ext uri="{FF2B5EF4-FFF2-40B4-BE49-F238E27FC236}">
                <a16:creationId xmlns:a16="http://schemas.microsoft.com/office/drawing/2014/main" id="{5F979D09-6E22-48ED-A2D2-FAAD0B2E65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SimSun" panose="020B0503020204020204" pitchFamily="2" charset="-122"/>
              </a:rPr>
              <a:t>Definition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AutoShape 5">
            <a:extLst>
              <a:ext uri="{FF2B5EF4-FFF2-40B4-BE49-F238E27FC236}">
                <a16:creationId xmlns:a16="http://schemas.microsoft.com/office/drawing/2014/main" id="{A6393970-D19D-4067-973B-73D8E9729A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SimSun" panose="020B0503020204020204" pitchFamily="2" charset="-122"/>
              </a:rPr>
              <a:t>Why decision tree?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26491352-E251-4D19-B6CC-C7AD1A1BA9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81025" y="2227263"/>
            <a:ext cx="7989888" cy="3632200"/>
          </a:xfrm>
        </p:spPr>
        <p:txBody>
          <a:bodyPr/>
          <a:lstStyle/>
          <a:p>
            <a:r>
              <a:rPr lang="en-US" altLang="zh-CN">
                <a:ea typeface="SimSun" panose="020B0503020204020204" pitchFamily="2" charset="-122"/>
              </a:rPr>
              <a:t>Decision trees are powerful and popular tools for classification and prediction.</a:t>
            </a:r>
          </a:p>
          <a:p>
            <a:r>
              <a:rPr lang="en-US" altLang="zh-CN">
                <a:ea typeface="SimSun" panose="020B0503020204020204" pitchFamily="2" charset="-122"/>
              </a:rPr>
              <a:t>Decision trees represent rules, which can be understood by humans and used in knowledge system such as database. 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AutoShape 2">
            <a:extLst>
              <a:ext uri="{FF2B5EF4-FFF2-40B4-BE49-F238E27FC236}">
                <a16:creationId xmlns:a16="http://schemas.microsoft.com/office/drawing/2014/main" id="{4DD507EF-B8ED-491E-B5EC-DA2B54BB83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SimSun" panose="020B0503020204020204" pitchFamily="2" charset="-122"/>
              </a:rPr>
              <a:t>key requirements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F1802F3C-5737-4FCA-A6BD-920D6F71CA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1025" y="2227263"/>
            <a:ext cx="7989888" cy="3632200"/>
          </a:xfrm>
        </p:spPr>
        <p:txBody>
          <a:bodyPr/>
          <a:lstStyle/>
          <a:p>
            <a:r>
              <a:rPr lang="en-US" altLang="zh-CN">
                <a:ea typeface="SimSun" panose="020B0503020204020204" pitchFamily="2" charset="-122"/>
              </a:rPr>
              <a:t>Attribute-value description: object or case must be expressible in terms of a fixed collection of properties or attributes (e.g., hot, mild, cold). </a:t>
            </a:r>
          </a:p>
          <a:p>
            <a:r>
              <a:rPr lang="en-US" altLang="zh-CN">
                <a:ea typeface="SimSun" panose="020B0503020204020204" pitchFamily="2" charset="-122"/>
              </a:rPr>
              <a:t>Predefined classes (target  values): the target function has discrete output values (bollean or multiclass)</a:t>
            </a:r>
          </a:p>
          <a:p>
            <a:r>
              <a:rPr lang="en-US" altLang="zh-CN">
                <a:ea typeface="SimSun" panose="020B0503020204020204" pitchFamily="2" charset="-122"/>
              </a:rPr>
              <a:t>Sufficient data: enough training cases should be provided to learn the model. </a:t>
            </a:r>
          </a:p>
          <a:p>
            <a:endParaRPr lang="en-US" altLang="zh-CN">
              <a:ea typeface="SimSun" panose="020B0503020204020204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66C8E076-1B2E-46CD-9904-45A779947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15E1294-9C1A-448A-A30D-360CDACDEA15}" type="slidenum">
              <a:rPr lang="ar-SA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6EB60064-6589-4DB0-955B-5CB2053838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Average Disorder</a:t>
            </a:r>
          </a:p>
        </p:txBody>
      </p:sp>
      <p:graphicFrame>
        <p:nvGraphicFramePr>
          <p:cNvPr id="23909" name="Group 357">
            <a:extLst>
              <a:ext uri="{FF2B5EF4-FFF2-40B4-BE49-F238E27FC236}">
                <a16:creationId xmlns:a16="http://schemas.microsoft.com/office/drawing/2014/main" id="{0A315B45-2010-4DCD-8D7B-DBADAF4279D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8600" y="1295400"/>
          <a:ext cx="8763000" cy="4835525"/>
        </p:xfrm>
        <a:graphic>
          <a:graphicData uri="http://schemas.openxmlformats.org/drawingml/2006/table">
            <a:tbl>
              <a:tblPr/>
              <a:tblGrid>
                <a:gridCol w="146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657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Name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Hair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Height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Weight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Lotion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Result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Sarah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Blonde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Average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Light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No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Sunburned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Dana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Blonde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Tall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Average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Yes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None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Alex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Brown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Short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Average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Yes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None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Annie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Blonde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Short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Average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No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Sunburned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Emily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Red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Average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Heavy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No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Sunburned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Pete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Brown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Tall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Heavy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No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None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John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Brown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Average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Heavy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No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None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Katie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Blonde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Short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Light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Yes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None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>
            <a:extLst>
              <a:ext uri="{FF2B5EF4-FFF2-40B4-BE49-F238E27FC236}">
                <a16:creationId xmlns:a16="http://schemas.microsoft.com/office/drawing/2014/main" id="{6F171267-090B-4EA6-ACC6-F6FC46C631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35A814B8-0F35-4B18-9AF8-06ED64981A5C}" type="slidenum">
              <a:rPr lang="ar-SA" altLang="en-US" sz="120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2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2EB75EDB-8C2B-4D17-96AB-02B9952CF4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Average Disorder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5350D3F1-4515-4FC1-A63E-20E3D4B2C8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/>
              <a:t>Average Disorder = </a:t>
            </a:r>
          </a:p>
          <a:p>
            <a:pPr lvl="1"/>
            <a:r>
              <a:rPr lang="en-US" altLang="en-US" b="1"/>
              <a:t>∑ N</a:t>
            </a:r>
            <a:r>
              <a:rPr lang="en-US" altLang="en-US"/>
              <a:t>b</a:t>
            </a:r>
            <a:r>
              <a:rPr lang="en-US" altLang="en-US" b="1"/>
              <a:t> / N</a:t>
            </a:r>
            <a:r>
              <a:rPr lang="en-US" altLang="en-US"/>
              <a:t>t</a:t>
            </a:r>
            <a:r>
              <a:rPr lang="en-US" altLang="en-US" b="1"/>
              <a:t> * (∑ - N</a:t>
            </a:r>
            <a:r>
              <a:rPr lang="en-US" altLang="en-US"/>
              <a:t>bc</a:t>
            </a:r>
            <a:r>
              <a:rPr lang="en-US" altLang="en-US" b="1"/>
              <a:t> / N</a:t>
            </a:r>
            <a:r>
              <a:rPr lang="en-US" altLang="en-US"/>
              <a:t>b</a:t>
            </a:r>
            <a:r>
              <a:rPr lang="en-US" altLang="en-US" b="1"/>
              <a:t> log2 N</a:t>
            </a:r>
            <a:r>
              <a:rPr lang="en-US" altLang="en-US"/>
              <a:t>bc</a:t>
            </a:r>
            <a:r>
              <a:rPr lang="en-US" altLang="en-US" b="1"/>
              <a:t> / N</a:t>
            </a:r>
            <a:r>
              <a:rPr lang="en-US" altLang="en-US"/>
              <a:t>b</a:t>
            </a:r>
            <a:r>
              <a:rPr lang="en-US" altLang="en-US" b="1"/>
              <a:t>)</a:t>
            </a:r>
          </a:p>
          <a:p>
            <a:pPr lvl="1"/>
            <a:r>
              <a:rPr lang="en-US" altLang="en-US" b="1"/>
              <a:t>Where Nb is the number of samples in branch b,</a:t>
            </a:r>
          </a:p>
          <a:p>
            <a:pPr lvl="1"/>
            <a:r>
              <a:rPr lang="en-US" altLang="en-US" b="1"/>
              <a:t>Nt is the total number of samples in all branches,</a:t>
            </a:r>
          </a:p>
          <a:p>
            <a:pPr lvl="1"/>
            <a:r>
              <a:rPr lang="en-US" altLang="en-US" b="1"/>
              <a:t>Nbc is the total samples in branch b of class 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>
            <a:extLst>
              <a:ext uri="{FF2B5EF4-FFF2-40B4-BE49-F238E27FC236}">
                <a16:creationId xmlns:a16="http://schemas.microsoft.com/office/drawing/2014/main" id="{1E071CB9-5D04-4597-896C-1F204CAB0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2D3168-44C0-4F00-B497-21DC1A201B2C}" type="slidenum">
              <a:rPr lang="ar-SA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C0E00F8E-6950-425B-83FB-70115FB459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(cont.)</a:t>
            </a:r>
          </a:p>
        </p:txBody>
      </p:sp>
      <p:graphicFrame>
        <p:nvGraphicFramePr>
          <p:cNvPr id="26708" name="Group 84">
            <a:extLst>
              <a:ext uri="{FF2B5EF4-FFF2-40B4-BE49-F238E27FC236}">
                <a16:creationId xmlns:a16="http://schemas.microsoft.com/office/drawing/2014/main" id="{0BFAC83B-5029-4EC7-85B7-8CE9BB948A9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2514600"/>
          <a:ext cx="8229600" cy="2803525"/>
        </p:xfrm>
        <a:graphic>
          <a:graphicData uri="http://schemas.openxmlformats.org/drawingml/2006/table">
            <a:tbl>
              <a:tblPr/>
              <a:tblGrid>
                <a:gridCol w="2417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9542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Attribute Name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Attribute Values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Attribute Occurrences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9114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Hair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Blonde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4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4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Brown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3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4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Red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1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>
            <a:extLst>
              <a:ext uri="{FF2B5EF4-FFF2-40B4-BE49-F238E27FC236}">
                <a16:creationId xmlns:a16="http://schemas.microsoft.com/office/drawing/2014/main" id="{78063241-D762-4B72-963B-EA39C3B233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0878A165-071D-4506-97C3-58F18B0E995E}" type="slidenum">
              <a:rPr lang="ar-SA" altLang="en-US" sz="120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2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2A3FB46A-4DEE-47C4-B347-3B2E0AF9C6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(cont.)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35ED6CDC-CA15-4269-BC4F-5415DAA426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Blonde = 4/8 (-2/4 </a:t>
            </a:r>
            <a:r>
              <a:rPr lang="en-US" altLang="en-US" b="1"/>
              <a:t>log2 </a:t>
            </a:r>
            <a:r>
              <a:rPr lang="en-US" altLang="en-US"/>
              <a:t>2/4 -2/4 </a:t>
            </a:r>
            <a:r>
              <a:rPr lang="en-US" altLang="en-US" b="1"/>
              <a:t>log2 </a:t>
            </a:r>
            <a:r>
              <a:rPr lang="en-US" altLang="en-US"/>
              <a:t>2/4)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			= 4/8 (0.5 + 0.5)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			= 0.5</a:t>
            </a:r>
          </a:p>
          <a:p>
            <a:r>
              <a:rPr lang="en-US" altLang="en-US"/>
              <a:t>Brown = 3/8 (-3/3 </a:t>
            </a:r>
            <a:r>
              <a:rPr lang="en-US" altLang="en-US" b="1"/>
              <a:t>log2 </a:t>
            </a:r>
            <a:r>
              <a:rPr lang="en-US" altLang="en-US"/>
              <a:t>3/3)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			= 3/8 (-1 </a:t>
            </a:r>
            <a:r>
              <a:rPr lang="en-US" altLang="en-US" b="1"/>
              <a:t>log2</a:t>
            </a:r>
            <a:r>
              <a:rPr lang="en-US" altLang="en-US"/>
              <a:t> 1)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			= 0</a:t>
            </a:r>
          </a:p>
          <a:p>
            <a:r>
              <a:rPr lang="en-US" altLang="en-US"/>
              <a:t>Red 	= 1/8 (-1 </a:t>
            </a:r>
            <a:r>
              <a:rPr lang="en-US" altLang="en-US" b="1"/>
              <a:t>log2</a:t>
            </a:r>
            <a:r>
              <a:rPr lang="en-US" altLang="en-US"/>
              <a:t> 1)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			= 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>
            <a:extLst>
              <a:ext uri="{FF2B5EF4-FFF2-40B4-BE49-F238E27FC236}">
                <a16:creationId xmlns:a16="http://schemas.microsoft.com/office/drawing/2014/main" id="{CEC241A2-DA2E-40BB-BA63-D9AAB52AE0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6B52AD56-21EB-4F9F-8EFC-89FFBBCAA269}" type="slidenum">
              <a:rPr lang="ar-SA" altLang="en-US" sz="120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2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014BA13D-E044-418B-A979-2B15A1DB31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(cont.)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CD6DFDF3-620A-4641-AC4F-4BBB5095F2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Average Disorder (Hair) = Blonde + Brown + Red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		= 0.5 + 0 + 0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		= 0.5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Average Disorder (Hair) = 0.5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>
            <a:extLst>
              <a:ext uri="{FF2B5EF4-FFF2-40B4-BE49-F238E27FC236}">
                <a16:creationId xmlns:a16="http://schemas.microsoft.com/office/drawing/2014/main" id="{A94AAED0-3BEF-41E8-8465-3BA0AF0455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D1D2B40E-29DB-44D9-833B-2629D4B86414}" type="slidenum">
              <a:rPr lang="ar-SA" altLang="en-US" sz="120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2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58BAE302-52E1-41F8-BD72-B012D71F77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(cont.)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F4018D80-8D37-4239-B706-31FE2DFB5F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Similarly Average Disorder for other attributes can be calculated; which turns out to be</a:t>
            </a:r>
          </a:p>
          <a:p>
            <a:r>
              <a:rPr lang="en-US" altLang="en-US"/>
              <a:t>Average Disorder (Hair)		= 0.5</a:t>
            </a:r>
          </a:p>
          <a:p>
            <a:r>
              <a:rPr lang="en-US" altLang="en-US"/>
              <a:t>Average Disorder (Height)	= 0.6886</a:t>
            </a:r>
          </a:p>
          <a:p>
            <a:r>
              <a:rPr lang="en-US" altLang="en-US"/>
              <a:t>Average Disorder (Weight)	= 0.9386</a:t>
            </a:r>
          </a:p>
          <a:p>
            <a:r>
              <a:rPr lang="en-US" altLang="en-US"/>
              <a:t>Average Disorder (Lotion)	= 0.6067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>
            <a:extLst>
              <a:ext uri="{FF2B5EF4-FFF2-40B4-BE49-F238E27FC236}">
                <a16:creationId xmlns:a16="http://schemas.microsoft.com/office/drawing/2014/main" id="{CCAB8151-14AA-4ED5-A8BA-F3F36EC1BA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135BDC7C-6791-4771-802D-510C5D227049}" type="slidenum">
              <a:rPr lang="ar-SA" altLang="en-US" sz="120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2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DC6DFE2A-B406-4BA0-A0FC-84BE43A560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(cont.)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E2148874-7389-4EC7-9AF3-E92500ED98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Most homogeneous attribute is Hair so put hair as the first test. Tree will be:</a:t>
            </a:r>
          </a:p>
        </p:txBody>
      </p:sp>
      <p:grpSp>
        <p:nvGrpSpPr>
          <p:cNvPr id="25605" name="Group 4">
            <a:extLst>
              <a:ext uri="{FF2B5EF4-FFF2-40B4-BE49-F238E27FC236}">
                <a16:creationId xmlns:a16="http://schemas.microsoft.com/office/drawing/2014/main" id="{FF8CC360-5377-4332-883D-F54080020AB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3000" y="2819400"/>
            <a:ext cx="6781800" cy="2438400"/>
            <a:chOff x="1800" y="1440"/>
            <a:chExt cx="8640" cy="2700"/>
          </a:xfrm>
        </p:grpSpPr>
        <p:sp>
          <p:nvSpPr>
            <p:cNvPr id="25606" name="AutoShape 5">
              <a:extLst>
                <a:ext uri="{FF2B5EF4-FFF2-40B4-BE49-F238E27FC236}">
                  <a16:creationId xmlns:a16="http://schemas.microsoft.com/office/drawing/2014/main" id="{350F3756-4300-4AA4-8DC8-B35C5ACAAF5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00" y="1440"/>
              <a:ext cx="8640" cy="2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grpSp>
          <p:nvGrpSpPr>
            <p:cNvPr id="25607" name="Group 6">
              <a:extLst>
                <a:ext uri="{FF2B5EF4-FFF2-40B4-BE49-F238E27FC236}">
                  <a16:creationId xmlns:a16="http://schemas.microsoft.com/office/drawing/2014/main" id="{90FE6522-D938-409B-AC9B-D94EF50019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0" y="2160"/>
              <a:ext cx="4500" cy="1620"/>
              <a:chOff x="3420" y="2160"/>
              <a:chExt cx="4500" cy="1620"/>
            </a:xfrm>
          </p:grpSpPr>
          <p:sp>
            <p:nvSpPr>
              <p:cNvPr id="25608" name="Oval 7">
                <a:extLst>
                  <a:ext uri="{FF2B5EF4-FFF2-40B4-BE49-F238E27FC236}">
                    <a16:creationId xmlns:a16="http://schemas.microsoft.com/office/drawing/2014/main" id="{D95652D5-FF79-4BDD-98F5-D072B7E26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0" y="2160"/>
                <a:ext cx="1800" cy="72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5609" name="Text Box 8">
                <a:extLst>
                  <a:ext uri="{FF2B5EF4-FFF2-40B4-BE49-F238E27FC236}">
                    <a16:creationId xmlns:a16="http://schemas.microsoft.com/office/drawing/2014/main" id="{54B53EA7-9E85-4853-9791-C7350D232F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55" y="2310"/>
                <a:ext cx="90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/>
                  <a:t>Hair</a:t>
                </a:r>
                <a:endParaRPr lang="en-US" altLang="en-US" sz="1800"/>
              </a:p>
            </p:txBody>
          </p:sp>
          <p:sp>
            <p:nvSpPr>
              <p:cNvPr id="25610" name="Text Box 9">
                <a:extLst>
                  <a:ext uri="{FF2B5EF4-FFF2-40B4-BE49-F238E27FC236}">
                    <a16:creationId xmlns:a16="http://schemas.microsoft.com/office/drawing/2014/main" id="{166252CA-6681-4527-95B2-52C12F280C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0" y="2880"/>
                <a:ext cx="108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/>
                  <a:t>Blonde</a:t>
                </a:r>
                <a:endParaRPr lang="en-US" altLang="en-US" sz="1800"/>
              </a:p>
            </p:txBody>
          </p:sp>
          <p:sp>
            <p:nvSpPr>
              <p:cNvPr id="25611" name="Text Box 10">
                <a:extLst>
                  <a:ext uri="{FF2B5EF4-FFF2-40B4-BE49-F238E27FC236}">
                    <a16:creationId xmlns:a16="http://schemas.microsoft.com/office/drawing/2014/main" id="{F893752E-2587-40EB-85DF-0CE4A34A9C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40" y="2880"/>
                <a:ext cx="108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/>
                  <a:t>Brown</a:t>
                </a:r>
                <a:endParaRPr lang="en-US" altLang="en-US" sz="1800"/>
              </a:p>
            </p:txBody>
          </p:sp>
          <p:sp>
            <p:nvSpPr>
              <p:cNvPr id="25612" name="Text Box 11">
                <a:extLst>
                  <a:ext uri="{FF2B5EF4-FFF2-40B4-BE49-F238E27FC236}">
                    <a16:creationId xmlns:a16="http://schemas.microsoft.com/office/drawing/2014/main" id="{5F4BA9B5-3F63-4D18-83E4-1AF205EC9B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20" y="3240"/>
                <a:ext cx="72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/>
                  <a:t>Red</a:t>
                </a:r>
                <a:endParaRPr lang="en-US" altLang="en-US" sz="1800"/>
              </a:p>
            </p:txBody>
          </p:sp>
          <p:sp>
            <p:nvSpPr>
              <p:cNvPr id="25613" name="Line 12">
                <a:extLst>
                  <a:ext uri="{FF2B5EF4-FFF2-40B4-BE49-F238E27FC236}">
                    <a16:creationId xmlns:a16="http://schemas.microsoft.com/office/drawing/2014/main" id="{31C2DB2B-C4CF-44BA-B8EB-B62DC6D2E2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0" y="2880"/>
                <a:ext cx="0" cy="9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14" name="Line 13">
                <a:extLst>
                  <a:ext uri="{FF2B5EF4-FFF2-40B4-BE49-F238E27FC236}">
                    <a16:creationId xmlns:a16="http://schemas.microsoft.com/office/drawing/2014/main" id="{98A39D29-E1B4-4A9B-B34C-536CC19965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20" y="2880"/>
                <a:ext cx="900" cy="7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15" name="Line 14">
                <a:extLst>
                  <a:ext uri="{FF2B5EF4-FFF2-40B4-BE49-F238E27FC236}">
                    <a16:creationId xmlns:a16="http://schemas.microsoft.com/office/drawing/2014/main" id="{567CF02A-8E07-4955-ACA8-2D51257D60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15" y="2895"/>
                <a:ext cx="720" cy="7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6">
            <a:extLst>
              <a:ext uri="{FF2B5EF4-FFF2-40B4-BE49-F238E27FC236}">
                <a16:creationId xmlns:a16="http://schemas.microsoft.com/office/drawing/2014/main" id="{1D6B2018-4AB6-40D6-A612-742A29EBF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5D5B449-34E2-401E-A854-EBF977A97F25}" type="slidenum">
              <a:rPr lang="ar-SA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EEAE0DED-5577-48E0-89BB-1DF8BA43BC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(cont.)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FE0D65BB-38B8-42AD-A562-DD39EEF10F5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153400" cy="1905000"/>
          </a:xfrm>
        </p:spPr>
        <p:txBody>
          <a:bodyPr/>
          <a:lstStyle/>
          <a:p>
            <a:r>
              <a:rPr lang="en-US" altLang="en-US" sz="2600"/>
              <a:t>With red and brown hair color all the training set is completely classified. So the only problem left is with blonde hair color.</a:t>
            </a:r>
          </a:p>
        </p:txBody>
      </p:sp>
      <p:graphicFrame>
        <p:nvGraphicFramePr>
          <p:cNvPr id="32853" name="Group 85">
            <a:extLst>
              <a:ext uri="{FF2B5EF4-FFF2-40B4-BE49-F238E27FC236}">
                <a16:creationId xmlns:a16="http://schemas.microsoft.com/office/drawing/2014/main" id="{FB5A847E-F789-40DA-9579-CC7247B9384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09600" y="3124200"/>
          <a:ext cx="8001000" cy="2701925"/>
        </p:xfrm>
        <a:graphic>
          <a:graphicData uri="http://schemas.openxmlformats.org/drawingml/2006/table">
            <a:tbl>
              <a:tblPr/>
              <a:tblGrid>
                <a:gridCol w="300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3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97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Attribute Name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Attribute Values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Attribute Occurrences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1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Height (with hair = blonde)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Tall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1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3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4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Average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1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4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Short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cs typeface="Times New Roman" charset="0"/>
                        </a:rPr>
                        <a:t>2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>
            <a:extLst>
              <a:ext uri="{FF2B5EF4-FFF2-40B4-BE49-F238E27FC236}">
                <a16:creationId xmlns:a16="http://schemas.microsoft.com/office/drawing/2014/main" id="{80064794-6D65-4AF5-8F13-83FC79F6FA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7233FE15-05EB-492C-8213-E0FF38107F3D}" type="slidenum">
              <a:rPr lang="ar-SA" altLang="en-US" sz="120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2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D50C45DD-17BF-46DB-B156-01483A7DA3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(cont.)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F3DD6121-4F14-4C47-8220-E78E2CC105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Tall 	= 1/4 (-1 </a:t>
            </a:r>
            <a:r>
              <a:rPr lang="en-US" altLang="en-US" b="1"/>
              <a:t>log2 </a:t>
            </a:r>
            <a:r>
              <a:rPr lang="en-US" altLang="en-US"/>
              <a:t>1)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			= 0</a:t>
            </a:r>
          </a:p>
          <a:p>
            <a:pPr>
              <a:lnSpc>
                <a:spcPct val="90000"/>
              </a:lnSpc>
            </a:pPr>
            <a:r>
              <a:rPr lang="en-US" altLang="en-US"/>
              <a:t>Average	= 1/4 (-1 </a:t>
            </a:r>
            <a:r>
              <a:rPr lang="en-US" altLang="en-US" b="1"/>
              <a:t>log2 </a:t>
            </a:r>
            <a:r>
              <a:rPr lang="en-US" altLang="en-US"/>
              <a:t>1)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			= 0</a:t>
            </a:r>
          </a:p>
          <a:p>
            <a:pPr>
              <a:lnSpc>
                <a:spcPct val="90000"/>
              </a:lnSpc>
            </a:pPr>
            <a:r>
              <a:rPr lang="en-US" altLang="en-US"/>
              <a:t>Short 	= 2/4 (-1/2 </a:t>
            </a:r>
            <a:r>
              <a:rPr lang="en-US" altLang="en-US" b="1"/>
              <a:t>log2 </a:t>
            </a:r>
            <a:r>
              <a:rPr lang="en-US" altLang="en-US"/>
              <a:t>1/2 -1/2 </a:t>
            </a:r>
            <a:r>
              <a:rPr lang="en-US" altLang="en-US" b="1"/>
              <a:t>log2 </a:t>
            </a:r>
            <a:r>
              <a:rPr lang="en-US" altLang="en-US"/>
              <a:t>1/2)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			= 2/4 (0.5 + 0.5)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			= 0.5</a:t>
            </a:r>
          </a:p>
          <a:p>
            <a:pPr>
              <a:lnSpc>
                <a:spcPct val="90000"/>
              </a:lnSpc>
            </a:pPr>
            <a:r>
              <a:rPr lang="en-US" altLang="en-US"/>
              <a:t>Average Disorder (Height with “hair = blonde”) = 0 + 0 + 0.5 = 0.5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>
            <a:extLst>
              <a:ext uri="{FF2B5EF4-FFF2-40B4-BE49-F238E27FC236}">
                <a16:creationId xmlns:a16="http://schemas.microsoft.com/office/drawing/2014/main" id="{08238F3B-D08F-47BE-891C-B816F4C437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5EF043A8-3224-4041-8E52-B7C47232609A}" type="slidenum">
              <a:rPr lang="ar-SA" altLang="en-US" sz="120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2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8B5D0045-7DE8-45B8-B909-AB33D07C27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(cont.)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2E19F2D-8594-4B50-99C0-9DF4AB1C89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Similarly for other attributes but with hair = blonde the average disorder is:</a:t>
            </a:r>
          </a:p>
          <a:p>
            <a:r>
              <a:rPr lang="en-US" altLang="en-US"/>
              <a:t>Average Disorder (</a:t>
            </a:r>
            <a:r>
              <a:rPr lang="en-US" altLang="en-US" u="sng"/>
              <a:t>Height</a:t>
            </a:r>
            <a:r>
              <a:rPr lang="en-US" altLang="en-US"/>
              <a:t> with “hair = blonde”) = 0.5</a:t>
            </a:r>
          </a:p>
          <a:p>
            <a:r>
              <a:rPr lang="en-US" altLang="en-US"/>
              <a:t>Average Disorder (</a:t>
            </a:r>
            <a:r>
              <a:rPr lang="en-US" altLang="en-US" u="sng"/>
              <a:t>Weight</a:t>
            </a:r>
            <a:r>
              <a:rPr lang="en-US" altLang="en-US"/>
              <a:t> with “hair = blonde”) = 1</a:t>
            </a:r>
          </a:p>
          <a:p>
            <a:r>
              <a:rPr lang="en-US" altLang="en-US"/>
              <a:t>Average Disorder (</a:t>
            </a:r>
            <a:r>
              <a:rPr lang="en-US" altLang="en-US" u="sng"/>
              <a:t>Lotion</a:t>
            </a:r>
            <a:r>
              <a:rPr lang="en-US" altLang="en-US"/>
              <a:t> with “hair = blonde”) = 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>
            <a:extLst>
              <a:ext uri="{FF2B5EF4-FFF2-40B4-BE49-F238E27FC236}">
                <a16:creationId xmlns:a16="http://schemas.microsoft.com/office/drawing/2014/main" id="{B165D5C5-128F-402E-8AEA-A4FB3A9F5D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0D6C1285-F8D8-4265-9603-3B2E790FD7FE}" type="slidenum">
              <a:rPr lang="ar-SA" altLang="en-US" sz="120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2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71933983-BA96-41DC-BA6B-876BD5BB09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(cont.)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0066546F-CBB3-47F3-BEEB-7F83BD1CD7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44513" y="1516063"/>
            <a:ext cx="8229600" cy="3886200"/>
          </a:xfrm>
        </p:spPr>
        <p:txBody>
          <a:bodyPr/>
          <a:lstStyle/>
          <a:p>
            <a:r>
              <a:rPr lang="en-US" altLang="en-US"/>
              <a:t>Here the lotion is with the minimum average disorder so it will be the nest test. Now the tree will become:</a:t>
            </a:r>
          </a:p>
        </p:txBody>
      </p:sp>
      <p:grpSp>
        <p:nvGrpSpPr>
          <p:cNvPr id="29701" name="Group 4">
            <a:extLst>
              <a:ext uri="{FF2B5EF4-FFF2-40B4-BE49-F238E27FC236}">
                <a16:creationId xmlns:a16="http://schemas.microsoft.com/office/drawing/2014/main" id="{EAF3365D-3738-4D2B-BF18-41AA09283CBD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3124200"/>
            <a:ext cx="4152900" cy="2827338"/>
            <a:chOff x="2520" y="1620"/>
            <a:chExt cx="5400" cy="3420"/>
          </a:xfrm>
        </p:grpSpPr>
        <p:grpSp>
          <p:nvGrpSpPr>
            <p:cNvPr id="29702" name="Group 5">
              <a:extLst>
                <a:ext uri="{FF2B5EF4-FFF2-40B4-BE49-F238E27FC236}">
                  <a16:creationId xmlns:a16="http://schemas.microsoft.com/office/drawing/2014/main" id="{F3C05D3D-B2B5-421B-935B-0497A21AE8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0" y="1620"/>
              <a:ext cx="4500" cy="1620"/>
              <a:chOff x="3420" y="2160"/>
              <a:chExt cx="4500" cy="1620"/>
            </a:xfrm>
          </p:grpSpPr>
          <p:sp>
            <p:nvSpPr>
              <p:cNvPr id="29710" name="Oval 6">
                <a:extLst>
                  <a:ext uri="{FF2B5EF4-FFF2-40B4-BE49-F238E27FC236}">
                    <a16:creationId xmlns:a16="http://schemas.microsoft.com/office/drawing/2014/main" id="{CFFC796E-D934-46B9-9C2E-36E91A1CE3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0" y="2160"/>
                <a:ext cx="1800" cy="72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9711" name="Text Box 7">
                <a:extLst>
                  <a:ext uri="{FF2B5EF4-FFF2-40B4-BE49-F238E27FC236}">
                    <a16:creationId xmlns:a16="http://schemas.microsoft.com/office/drawing/2014/main" id="{5E6B5DDE-82E2-4BB2-BBDD-8D66074BE7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55" y="2310"/>
                <a:ext cx="90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/>
                  <a:t>Hair</a:t>
                </a:r>
                <a:endParaRPr lang="en-US" altLang="en-US" sz="1800"/>
              </a:p>
            </p:txBody>
          </p:sp>
          <p:sp>
            <p:nvSpPr>
              <p:cNvPr id="29712" name="Text Box 8">
                <a:extLst>
                  <a:ext uri="{FF2B5EF4-FFF2-40B4-BE49-F238E27FC236}">
                    <a16:creationId xmlns:a16="http://schemas.microsoft.com/office/drawing/2014/main" id="{C62B3AEA-F4F6-47B5-AABB-B34F691BB8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0" y="2880"/>
                <a:ext cx="108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/>
                  <a:t>Blonde</a:t>
                </a:r>
                <a:endParaRPr lang="en-US" altLang="en-US" sz="1800"/>
              </a:p>
            </p:txBody>
          </p:sp>
          <p:sp>
            <p:nvSpPr>
              <p:cNvPr id="29713" name="Text Box 9">
                <a:extLst>
                  <a:ext uri="{FF2B5EF4-FFF2-40B4-BE49-F238E27FC236}">
                    <a16:creationId xmlns:a16="http://schemas.microsoft.com/office/drawing/2014/main" id="{2104073B-668B-4CEC-AA6F-F269900666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40" y="2880"/>
                <a:ext cx="108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/>
                  <a:t>Brown</a:t>
                </a:r>
                <a:endParaRPr lang="en-US" altLang="en-US" sz="1800"/>
              </a:p>
            </p:txBody>
          </p:sp>
          <p:sp>
            <p:nvSpPr>
              <p:cNvPr id="29714" name="Text Box 10">
                <a:extLst>
                  <a:ext uri="{FF2B5EF4-FFF2-40B4-BE49-F238E27FC236}">
                    <a16:creationId xmlns:a16="http://schemas.microsoft.com/office/drawing/2014/main" id="{47991179-2D90-45F3-A8D4-D9F5CF72E3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20" y="3240"/>
                <a:ext cx="72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/>
                  <a:t>Red</a:t>
                </a:r>
                <a:endParaRPr lang="en-US" altLang="en-US" sz="1800"/>
              </a:p>
            </p:txBody>
          </p:sp>
          <p:sp>
            <p:nvSpPr>
              <p:cNvPr id="29715" name="Line 11">
                <a:extLst>
                  <a:ext uri="{FF2B5EF4-FFF2-40B4-BE49-F238E27FC236}">
                    <a16:creationId xmlns:a16="http://schemas.microsoft.com/office/drawing/2014/main" id="{B72D8F5E-9ED4-4747-8AF0-D4206F4A2E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0" y="2880"/>
                <a:ext cx="0" cy="9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16" name="Line 12">
                <a:extLst>
                  <a:ext uri="{FF2B5EF4-FFF2-40B4-BE49-F238E27FC236}">
                    <a16:creationId xmlns:a16="http://schemas.microsoft.com/office/drawing/2014/main" id="{4D908512-6CCA-4374-B5E4-FC786BCF75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20" y="2880"/>
                <a:ext cx="900" cy="7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17" name="Line 13">
                <a:extLst>
                  <a:ext uri="{FF2B5EF4-FFF2-40B4-BE49-F238E27FC236}">
                    <a16:creationId xmlns:a16="http://schemas.microsoft.com/office/drawing/2014/main" id="{88A465C4-FDA5-4908-9009-AD6BAF608F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15" y="2895"/>
                <a:ext cx="720" cy="7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703" name="Group 14">
              <a:extLst>
                <a:ext uri="{FF2B5EF4-FFF2-40B4-BE49-F238E27FC236}">
                  <a16:creationId xmlns:a16="http://schemas.microsoft.com/office/drawing/2014/main" id="{C8600FB0-327E-4790-BB32-82C50AC700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0" y="3180"/>
              <a:ext cx="1800" cy="720"/>
              <a:chOff x="5040" y="3960"/>
              <a:chExt cx="1800" cy="720"/>
            </a:xfrm>
          </p:grpSpPr>
          <p:sp>
            <p:nvSpPr>
              <p:cNvPr id="29708" name="Oval 15">
                <a:extLst>
                  <a:ext uri="{FF2B5EF4-FFF2-40B4-BE49-F238E27FC236}">
                    <a16:creationId xmlns:a16="http://schemas.microsoft.com/office/drawing/2014/main" id="{7362E49E-DF87-4908-9BE4-D5F5B43E82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" y="3960"/>
                <a:ext cx="1800" cy="72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9709" name="Text Box 16">
                <a:extLst>
                  <a:ext uri="{FF2B5EF4-FFF2-40B4-BE49-F238E27FC236}">
                    <a16:creationId xmlns:a16="http://schemas.microsoft.com/office/drawing/2014/main" id="{417E9E4D-882C-468D-8B86-CF956F6661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60" y="4080"/>
                <a:ext cx="1620" cy="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/>
                  <a:t>Lotion Used</a:t>
                </a:r>
                <a:endParaRPr lang="en-US" altLang="en-US" sz="1800"/>
              </a:p>
            </p:txBody>
          </p:sp>
        </p:grpSp>
        <p:sp>
          <p:nvSpPr>
            <p:cNvPr id="29704" name="Line 17">
              <a:extLst>
                <a:ext uri="{FF2B5EF4-FFF2-40B4-BE49-F238E27FC236}">
                  <a16:creationId xmlns:a16="http://schemas.microsoft.com/office/drawing/2014/main" id="{F95E4077-8A05-45E2-BAB6-E8B3171223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20" y="3960"/>
              <a:ext cx="1080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5" name="Line 18">
              <a:extLst>
                <a:ext uri="{FF2B5EF4-FFF2-40B4-BE49-F238E27FC236}">
                  <a16:creationId xmlns:a16="http://schemas.microsoft.com/office/drawing/2014/main" id="{0796320B-E723-41C0-BA73-CF29322890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0" y="3960"/>
              <a:ext cx="900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6" name="Text Box 19">
              <a:extLst>
                <a:ext uri="{FF2B5EF4-FFF2-40B4-BE49-F238E27FC236}">
                  <a16:creationId xmlns:a16="http://schemas.microsoft.com/office/drawing/2014/main" id="{9A5B0B5E-0E5E-48B1-A282-77DD77E6C2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0" y="4215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/>
                <a:t>Yes</a:t>
              </a:r>
              <a:endParaRPr lang="en-US" altLang="en-US" sz="1800"/>
            </a:p>
          </p:txBody>
        </p:sp>
        <p:sp>
          <p:nvSpPr>
            <p:cNvPr id="29707" name="Text Box 20">
              <a:extLst>
                <a:ext uri="{FF2B5EF4-FFF2-40B4-BE49-F238E27FC236}">
                  <a16:creationId xmlns:a16="http://schemas.microsoft.com/office/drawing/2014/main" id="{3C39C618-4653-49FF-AA61-3817B6E346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5" y="4140"/>
              <a:ext cx="6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/>
                <a:t>No</a:t>
              </a:r>
              <a:endParaRPr lang="en-US" altLang="en-US" sz="1800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>
            <a:extLst>
              <a:ext uri="{FF2B5EF4-FFF2-40B4-BE49-F238E27FC236}">
                <a16:creationId xmlns:a16="http://schemas.microsoft.com/office/drawing/2014/main" id="{C0C61F4F-DCB6-4A5A-8584-D5D489904C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1A7C319A-4EFF-46F7-87A6-D1E63A22271E}" type="slidenum">
              <a:rPr lang="ar-SA" altLang="en-US" sz="120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2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4CA067C4-AC68-427C-8AD3-7210C0DD9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(cont.)</a:t>
            </a:r>
          </a:p>
        </p:txBody>
      </p:sp>
      <p:grpSp>
        <p:nvGrpSpPr>
          <p:cNvPr id="30724" name="Group 26">
            <a:extLst>
              <a:ext uri="{FF2B5EF4-FFF2-40B4-BE49-F238E27FC236}">
                <a16:creationId xmlns:a16="http://schemas.microsoft.com/office/drawing/2014/main" id="{31A02950-8F7F-4514-8C54-67BC6112C80A}"/>
              </a:ext>
            </a:extLst>
          </p:cNvPr>
          <p:cNvGrpSpPr>
            <a:grpSpLocks/>
          </p:cNvGrpSpPr>
          <p:nvPr/>
        </p:nvGrpSpPr>
        <p:grpSpPr bwMode="auto">
          <a:xfrm>
            <a:off x="1528763" y="1758950"/>
            <a:ext cx="6248400" cy="4724400"/>
            <a:chOff x="1800" y="1620"/>
            <a:chExt cx="6480" cy="4860"/>
          </a:xfrm>
        </p:grpSpPr>
        <p:grpSp>
          <p:nvGrpSpPr>
            <p:cNvPr id="30725" name="Group 27">
              <a:extLst>
                <a:ext uri="{FF2B5EF4-FFF2-40B4-BE49-F238E27FC236}">
                  <a16:creationId xmlns:a16="http://schemas.microsoft.com/office/drawing/2014/main" id="{B2BA5FDD-1E34-4F28-96E5-4ECE6CBB8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00" y="1620"/>
              <a:ext cx="6120" cy="4275"/>
              <a:chOff x="1800" y="1620"/>
              <a:chExt cx="6120" cy="4275"/>
            </a:xfrm>
          </p:grpSpPr>
          <p:grpSp>
            <p:nvGrpSpPr>
              <p:cNvPr id="30730" name="Group 28">
                <a:extLst>
                  <a:ext uri="{FF2B5EF4-FFF2-40B4-BE49-F238E27FC236}">
                    <a16:creationId xmlns:a16="http://schemas.microsoft.com/office/drawing/2014/main" id="{4760B8EE-7FC0-4D49-B74D-738BD5E757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20" y="1620"/>
                <a:ext cx="5400" cy="3420"/>
                <a:chOff x="2520" y="1620"/>
                <a:chExt cx="5400" cy="3420"/>
              </a:xfrm>
            </p:grpSpPr>
            <p:grpSp>
              <p:nvGrpSpPr>
                <p:cNvPr id="30735" name="Group 29">
                  <a:extLst>
                    <a:ext uri="{FF2B5EF4-FFF2-40B4-BE49-F238E27FC236}">
                      <a16:creationId xmlns:a16="http://schemas.microsoft.com/office/drawing/2014/main" id="{34606354-C447-4C27-81D8-A29DE862A60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20" y="1620"/>
                  <a:ext cx="4500" cy="1620"/>
                  <a:chOff x="3420" y="2160"/>
                  <a:chExt cx="4500" cy="1620"/>
                </a:xfrm>
              </p:grpSpPr>
              <p:sp>
                <p:nvSpPr>
                  <p:cNvPr id="30743" name="Oval 30">
                    <a:extLst>
                      <a:ext uri="{FF2B5EF4-FFF2-40B4-BE49-F238E27FC236}">
                        <a16:creationId xmlns:a16="http://schemas.microsoft.com/office/drawing/2014/main" id="{A0B0CC8C-E948-400C-8569-5D40355239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60" y="2160"/>
                    <a:ext cx="1800" cy="72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bg2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¨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bg2"/>
                      </a:buClr>
                      <a:buSzPct val="6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¨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/>
                  </a:p>
                </p:txBody>
              </p:sp>
              <p:sp>
                <p:nvSpPr>
                  <p:cNvPr id="30744" name="Text Box 31">
                    <a:extLst>
                      <a:ext uri="{FF2B5EF4-FFF2-40B4-BE49-F238E27FC236}">
                        <a16:creationId xmlns:a16="http://schemas.microsoft.com/office/drawing/2014/main" id="{4136016C-5049-4921-B089-E07B6D6DC70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355" y="2310"/>
                    <a:ext cx="900" cy="36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bg2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¨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bg2"/>
                      </a:buClr>
                      <a:buSzPct val="6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¨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200"/>
                      <a:t>Hair</a:t>
                    </a:r>
                    <a:endParaRPr lang="en-US" altLang="en-US" sz="1800"/>
                  </a:p>
                </p:txBody>
              </p:sp>
              <p:sp>
                <p:nvSpPr>
                  <p:cNvPr id="30745" name="Text Box 32">
                    <a:extLst>
                      <a:ext uri="{FF2B5EF4-FFF2-40B4-BE49-F238E27FC236}">
                        <a16:creationId xmlns:a16="http://schemas.microsoft.com/office/drawing/2014/main" id="{8A623F21-87EA-4B0B-9DA9-8A032FC54DD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20" y="2880"/>
                    <a:ext cx="1080" cy="36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bg2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¨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bg2"/>
                      </a:buClr>
                      <a:buSzPct val="6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¨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200"/>
                      <a:t>Blonde</a:t>
                    </a:r>
                    <a:endParaRPr lang="en-US" altLang="en-US" sz="1800"/>
                  </a:p>
                </p:txBody>
              </p:sp>
              <p:sp>
                <p:nvSpPr>
                  <p:cNvPr id="30746" name="Text Box 33">
                    <a:extLst>
                      <a:ext uri="{FF2B5EF4-FFF2-40B4-BE49-F238E27FC236}">
                        <a16:creationId xmlns:a16="http://schemas.microsoft.com/office/drawing/2014/main" id="{557DD33F-3628-4605-BF10-93D20C4F765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840" y="2880"/>
                    <a:ext cx="1080" cy="36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bg2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¨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bg2"/>
                      </a:buClr>
                      <a:buSzPct val="6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¨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200"/>
                      <a:t>Brown</a:t>
                    </a:r>
                    <a:endParaRPr lang="en-US" altLang="en-US" sz="1800"/>
                  </a:p>
                </p:txBody>
              </p:sp>
              <p:sp>
                <p:nvSpPr>
                  <p:cNvPr id="30747" name="Text Box 34">
                    <a:extLst>
                      <a:ext uri="{FF2B5EF4-FFF2-40B4-BE49-F238E27FC236}">
                        <a16:creationId xmlns:a16="http://schemas.microsoft.com/office/drawing/2014/main" id="{D41D1C0E-86A2-4C61-89F0-B07982CF4AE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920" y="3240"/>
                    <a:ext cx="720" cy="36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bg2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¨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bg2"/>
                      </a:buClr>
                      <a:buSzPct val="6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¨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200"/>
                      <a:t>Red</a:t>
                    </a:r>
                    <a:endParaRPr lang="en-US" altLang="en-US" sz="1800"/>
                  </a:p>
                </p:txBody>
              </p:sp>
              <p:sp>
                <p:nvSpPr>
                  <p:cNvPr id="30748" name="Line 35">
                    <a:extLst>
                      <a:ext uri="{FF2B5EF4-FFF2-40B4-BE49-F238E27FC236}">
                        <a16:creationId xmlns:a16="http://schemas.microsoft.com/office/drawing/2014/main" id="{9F002633-3C43-4051-AF0F-1A5DBB51F06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60" y="2880"/>
                    <a:ext cx="0" cy="90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0749" name="Line 36">
                    <a:extLst>
                      <a:ext uri="{FF2B5EF4-FFF2-40B4-BE49-F238E27FC236}">
                        <a16:creationId xmlns:a16="http://schemas.microsoft.com/office/drawing/2014/main" id="{987C149C-F96F-49F2-B4C4-1B59158D955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320" y="2880"/>
                    <a:ext cx="900" cy="72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0750" name="Line 37">
                    <a:extLst>
                      <a:ext uri="{FF2B5EF4-FFF2-40B4-BE49-F238E27FC236}">
                        <a16:creationId xmlns:a16="http://schemas.microsoft.com/office/drawing/2014/main" id="{7518A25C-7B24-4AFD-B9AF-5F18721BA49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315" y="2895"/>
                    <a:ext cx="720" cy="72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0736" name="Group 38">
                  <a:extLst>
                    <a:ext uri="{FF2B5EF4-FFF2-40B4-BE49-F238E27FC236}">
                      <a16:creationId xmlns:a16="http://schemas.microsoft.com/office/drawing/2014/main" id="{30AF6307-1335-4B2F-9B50-A4CD4EB7DED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70" y="3180"/>
                  <a:ext cx="1800" cy="720"/>
                  <a:chOff x="5040" y="3960"/>
                  <a:chExt cx="1800" cy="720"/>
                </a:xfrm>
              </p:grpSpPr>
              <p:sp>
                <p:nvSpPr>
                  <p:cNvPr id="30741" name="Oval 39">
                    <a:extLst>
                      <a:ext uri="{FF2B5EF4-FFF2-40B4-BE49-F238E27FC236}">
                        <a16:creationId xmlns:a16="http://schemas.microsoft.com/office/drawing/2014/main" id="{78E911B0-239C-420C-9E1A-FC57C724B8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40" y="3960"/>
                    <a:ext cx="1800" cy="72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bg2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¨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bg2"/>
                      </a:buClr>
                      <a:buSzPct val="6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¨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/>
                  </a:p>
                </p:txBody>
              </p:sp>
              <p:sp>
                <p:nvSpPr>
                  <p:cNvPr id="30742" name="Text Box 40">
                    <a:extLst>
                      <a:ext uri="{FF2B5EF4-FFF2-40B4-BE49-F238E27FC236}">
                        <a16:creationId xmlns:a16="http://schemas.microsoft.com/office/drawing/2014/main" id="{FB2F9E0A-8DF4-4730-90DB-A9B287266C7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160" y="4080"/>
                    <a:ext cx="1620" cy="54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bg2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¨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bg2"/>
                      </a:buClr>
                      <a:buSzPct val="6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¨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200"/>
                      <a:t>Lotion Used</a:t>
                    </a:r>
                    <a:endParaRPr lang="en-US" altLang="en-US" sz="1800"/>
                  </a:p>
                </p:txBody>
              </p:sp>
            </p:grpSp>
            <p:sp>
              <p:nvSpPr>
                <p:cNvPr id="30737" name="Line 41">
                  <a:extLst>
                    <a:ext uri="{FF2B5EF4-FFF2-40B4-BE49-F238E27FC236}">
                      <a16:creationId xmlns:a16="http://schemas.microsoft.com/office/drawing/2014/main" id="{AAFA8235-71FB-403A-942B-55BA4C094B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520" y="3960"/>
                  <a:ext cx="1080" cy="108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38" name="Line 42">
                  <a:extLst>
                    <a:ext uri="{FF2B5EF4-FFF2-40B4-BE49-F238E27FC236}">
                      <a16:creationId xmlns:a16="http://schemas.microsoft.com/office/drawing/2014/main" id="{63166621-F89F-44AD-8D7A-11F2B69696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00" y="3960"/>
                  <a:ext cx="900" cy="108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39" name="Text Box 43">
                  <a:extLst>
                    <a:ext uri="{FF2B5EF4-FFF2-40B4-BE49-F238E27FC236}">
                      <a16:creationId xmlns:a16="http://schemas.microsoft.com/office/drawing/2014/main" id="{476F376E-D01B-44C5-BEF2-4FFA9AE5203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70" y="4215"/>
                  <a:ext cx="720" cy="3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/>
                    <a:t>Yes</a:t>
                  </a:r>
                  <a:endParaRPr lang="en-US" altLang="en-US" sz="1800"/>
                </a:p>
              </p:txBody>
            </p:sp>
            <p:sp>
              <p:nvSpPr>
                <p:cNvPr id="30740" name="Text Box 44">
                  <a:extLst>
                    <a:ext uri="{FF2B5EF4-FFF2-40B4-BE49-F238E27FC236}">
                      <a16:creationId xmlns:a16="http://schemas.microsoft.com/office/drawing/2014/main" id="{7CA65D75-569F-4FF6-9128-6C27F2FCC37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65" y="4140"/>
                  <a:ext cx="660" cy="3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/>
                    <a:t>No</a:t>
                  </a:r>
                  <a:endParaRPr lang="en-US" altLang="en-US" sz="1800"/>
                </a:p>
              </p:txBody>
            </p:sp>
          </p:grpSp>
          <p:sp>
            <p:nvSpPr>
              <p:cNvPr id="30731" name="Text Box 45">
                <a:extLst>
                  <a:ext uri="{FF2B5EF4-FFF2-40B4-BE49-F238E27FC236}">
                    <a16:creationId xmlns:a16="http://schemas.microsoft.com/office/drawing/2014/main" id="{C4C60575-B00A-42FC-983F-D680B0FC35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0" y="3360"/>
                <a:ext cx="1620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1">
                  <a:spcBef>
                    <a:spcPct val="0"/>
                  </a:spcBef>
                  <a:buClrTx/>
                  <a:buSzTx/>
                  <a:buFont typeface="Symbol" panose="05050102010706020507" pitchFamily="18" charset="2"/>
                  <a:buChar char="·"/>
                </a:pPr>
                <a:r>
                  <a:rPr lang="en-US" altLang="en-US" sz="1200"/>
                  <a:t>Emily</a:t>
                </a:r>
                <a:endParaRPr lang="en-US" altLang="en-US" sz="1800"/>
              </a:p>
            </p:txBody>
          </p:sp>
          <p:sp>
            <p:nvSpPr>
              <p:cNvPr id="30732" name="Text Box 46">
                <a:extLst>
                  <a:ext uri="{FF2B5EF4-FFF2-40B4-BE49-F238E27FC236}">
                    <a16:creationId xmlns:a16="http://schemas.microsoft.com/office/drawing/2014/main" id="{B38E21AB-1D98-482B-89DB-8E7BC98D3C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00" y="5175"/>
                <a:ext cx="1620" cy="7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1">
                  <a:spcBef>
                    <a:spcPct val="0"/>
                  </a:spcBef>
                  <a:buClrTx/>
                  <a:buSzTx/>
                  <a:buFont typeface="Symbol" panose="05050102010706020507" pitchFamily="18" charset="2"/>
                  <a:buChar char="·"/>
                </a:pPr>
                <a:r>
                  <a:rPr lang="en-US" altLang="en-US" sz="1200"/>
                  <a:t>Sarah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 typeface="Symbol" panose="05050102010706020507" pitchFamily="18" charset="2"/>
                  <a:buChar char="·"/>
                </a:pPr>
                <a:r>
                  <a:rPr lang="en-US" altLang="en-US" sz="1200"/>
                  <a:t>Annie</a:t>
                </a:r>
                <a:endParaRPr lang="en-US" altLang="en-US" sz="1800"/>
              </a:p>
            </p:txBody>
          </p:sp>
          <p:sp>
            <p:nvSpPr>
              <p:cNvPr id="30733" name="Text Box 47">
                <a:extLst>
                  <a:ext uri="{FF2B5EF4-FFF2-40B4-BE49-F238E27FC236}">
                    <a16:creationId xmlns:a16="http://schemas.microsoft.com/office/drawing/2014/main" id="{DCB65FF2-0A0D-44BC-B8B8-C3DA73C164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20" y="5160"/>
                <a:ext cx="900" cy="7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/>
                  <a:t>Dana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/>
                  <a:t>Katie</a:t>
                </a:r>
                <a:endParaRPr lang="en-US" altLang="en-US" sz="1800"/>
              </a:p>
            </p:txBody>
          </p:sp>
          <p:sp>
            <p:nvSpPr>
              <p:cNvPr id="30734" name="Text Box 48">
                <a:extLst>
                  <a:ext uri="{FF2B5EF4-FFF2-40B4-BE49-F238E27FC236}">
                    <a16:creationId xmlns:a16="http://schemas.microsoft.com/office/drawing/2014/main" id="{3C622461-4E24-49A2-8E99-D51D874626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20" y="3240"/>
                <a:ext cx="900" cy="10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/>
                  <a:t>Alex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/>
                  <a:t>Pete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/>
                  <a:t>John</a:t>
                </a:r>
                <a:endParaRPr lang="en-US" altLang="en-US" sz="1800"/>
              </a:p>
            </p:txBody>
          </p:sp>
        </p:grpSp>
        <p:sp>
          <p:nvSpPr>
            <p:cNvPr id="30726" name="Text Box 49">
              <a:extLst>
                <a:ext uri="{FF2B5EF4-FFF2-40B4-BE49-F238E27FC236}">
                  <a16:creationId xmlns:a16="http://schemas.microsoft.com/office/drawing/2014/main" id="{F36C2D71-757C-46DF-9D67-3F92548C68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5" y="5940"/>
              <a:ext cx="1260" cy="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solidFill>
                    <a:srgbClr val="3366FF"/>
                  </a:solidFill>
                </a:rPr>
                <a:t>Sun burn</a:t>
              </a:r>
              <a:endParaRPr lang="en-US" altLang="en-US" sz="1800"/>
            </a:p>
          </p:txBody>
        </p:sp>
        <p:sp>
          <p:nvSpPr>
            <p:cNvPr id="30727" name="Text Box 50">
              <a:extLst>
                <a:ext uri="{FF2B5EF4-FFF2-40B4-BE49-F238E27FC236}">
                  <a16:creationId xmlns:a16="http://schemas.microsoft.com/office/drawing/2014/main" id="{5B88F3D2-92F5-4FEE-866E-5D54768A90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5" y="3705"/>
              <a:ext cx="1260" cy="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solidFill>
                    <a:srgbClr val="3366FF"/>
                  </a:solidFill>
                </a:rPr>
                <a:t>Sun burn</a:t>
              </a:r>
              <a:endParaRPr lang="en-US" altLang="en-US" sz="1800"/>
            </a:p>
          </p:txBody>
        </p:sp>
        <p:sp>
          <p:nvSpPr>
            <p:cNvPr id="30728" name="Text Box 51">
              <a:extLst>
                <a:ext uri="{FF2B5EF4-FFF2-40B4-BE49-F238E27FC236}">
                  <a16:creationId xmlns:a16="http://schemas.microsoft.com/office/drawing/2014/main" id="{AABFDC34-E064-4388-B8DD-C524A44E4F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0" y="5940"/>
              <a:ext cx="1620" cy="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solidFill>
                    <a:srgbClr val="993366"/>
                  </a:solidFill>
                </a:rPr>
                <a:t>No Sun burn</a:t>
              </a:r>
              <a:endParaRPr lang="en-US" altLang="en-US" sz="1800"/>
            </a:p>
          </p:txBody>
        </p:sp>
        <p:sp>
          <p:nvSpPr>
            <p:cNvPr id="30729" name="Text Box 52">
              <a:extLst>
                <a:ext uri="{FF2B5EF4-FFF2-40B4-BE49-F238E27FC236}">
                  <a16:creationId xmlns:a16="http://schemas.microsoft.com/office/drawing/2014/main" id="{F44087B5-C9D4-4829-BCB1-1B2BA16C0B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0" y="4320"/>
              <a:ext cx="1620" cy="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solidFill>
                    <a:srgbClr val="993366"/>
                  </a:solidFill>
                </a:rPr>
                <a:t>No Sun burn</a:t>
              </a:r>
              <a:endParaRPr lang="en-US" altLang="en-US" sz="1800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AutoShape 2">
            <a:extLst>
              <a:ext uri="{FF2B5EF4-FFF2-40B4-BE49-F238E27FC236}">
                <a16:creationId xmlns:a16="http://schemas.microsoft.com/office/drawing/2014/main" id="{AD95A597-C6A7-4552-B255-791C135999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SimSun" panose="020B0503020204020204" pitchFamily="2" charset="-122"/>
              </a:rPr>
              <a:t>Entropy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D1EE7AC2-3FB1-4DA2-9DDB-BE81698B6E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1025" y="2227263"/>
            <a:ext cx="7989888" cy="36322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400">
                <a:ea typeface="SimSun" panose="020B0503020204020204" pitchFamily="2" charset="-122"/>
              </a:rPr>
              <a:t>A measure of homogeneity of the set of examples.</a:t>
            </a:r>
          </a:p>
          <a:p>
            <a:pPr>
              <a:lnSpc>
                <a:spcPct val="80000"/>
              </a:lnSpc>
            </a:pPr>
            <a:endParaRPr lang="en-US" altLang="zh-CN" sz="2400">
              <a:ea typeface="SimSun" panose="020B0503020204020204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400">
                <a:ea typeface="SimSun" panose="020B0503020204020204" pitchFamily="2" charset="-122"/>
              </a:rPr>
              <a:t>Given a set S of positive and negative examples of some target concept (a 2-class problem), the entropy of set S relative to this binary classification is</a:t>
            </a:r>
          </a:p>
          <a:p>
            <a:pPr>
              <a:lnSpc>
                <a:spcPct val="80000"/>
              </a:lnSpc>
            </a:pPr>
            <a:endParaRPr lang="en-US" altLang="zh-CN" sz="2400">
              <a:ea typeface="SimSun" panose="020B0503020204020204" pitchFamily="2" charset="-122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ea typeface="SimSun" panose="020B0503020204020204" pitchFamily="2" charset="-122"/>
              </a:rPr>
              <a:t>      E(S) = - p(P)log2 p(P) – p(N)log2 p(N)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14BA8AD0-C962-4398-8542-7F61D4E277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SimSun" panose="020B0503020204020204" pitchFamily="2" charset="-122"/>
              </a:rPr>
              <a:t>Entropy</a:t>
            </a:r>
            <a:endParaRPr lang="en-US" altLang="en-US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50528B61-7069-46E4-8EAB-47FD6CE947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1025" y="2227263"/>
            <a:ext cx="7989888" cy="3632200"/>
          </a:xfrm>
        </p:spPr>
        <p:txBody>
          <a:bodyPr/>
          <a:lstStyle/>
          <a:p>
            <a:r>
              <a:rPr lang="en-US" altLang="zh-CN" sz="2400">
                <a:ea typeface="SimSun" panose="020B0503020204020204" pitchFamily="2" charset="-122"/>
              </a:rPr>
              <a:t>Suppose S has 25 examples, 15 positive and 10 negatives [15+, 10-]. Then the entropy of S relative to this classification is</a:t>
            </a:r>
          </a:p>
          <a:p>
            <a:endParaRPr lang="en-US" altLang="zh-CN" sz="2400">
              <a:ea typeface="SimSun" panose="020B0503020204020204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>
                <a:ea typeface="SimSun" panose="020B0503020204020204" pitchFamily="2" charset="-122"/>
              </a:rPr>
              <a:t>      E(S)=-(15/25) log2(15/25) - (10/25) log2 (10/25)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AutoShape 2">
            <a:extLst>
              <a:ext uri="{FF2B5EF4-FFF2-40B4-BE49-F238E27FC236}">
                <a16:creationId xmlns:a16="http://schemas.microsoft.com/office/drawing/2014/main" id="{D24EC306-19E3-4FD6-B79B-9F13E6E269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SimSun" panose="020B0503020204020204" pitchFamily="2" charset="-122"/>
              </a:rPr>
              <a:t>Some Intuitions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D9062FCD-8993-411F-AD31-C6ADCC2689B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zh-CN">
                <a:ea typeface="SimSun" panose="020B0503020204020204" pitchFamily="2" charset="-122"/>
              </a:rPr>
              <a:t>The entropy is 0 if the outcome is ``certain’’. </a:t>
            </a:r>
          </a:p>
          <a:p>
            <a:r>
              <a:rPr lang="en-US" altLang="zh-CN">
                <a:ea typeface="SimSun" panose="020B0503020204020204" pitchFamily="2" charset="-122"/>
              </a:rPr>
              <a:t>The entropy is maximum if we have no knowledge of the system (or any outcome is equally possible). </a:t>
            </a:r>
          </a:p>
        </p:txBody>
      </p:sp>
      <p:graphicFrame>
        <p:nvGraphicFramePr>
          <p:cNvPr id="33796" name="Object 7">
            <a:extLst>
              <a:ext uri="{FF2B5EF4-FFF2-40B4-BE49-F238E27FC236}">
                <a16:creationId xmlns:a16="http://schemas.microsoft.com/office/drawing/2014/main" id="{A62E5A1C-E11D-4D3F-8393-01D33EF742BD}"/>
              </a:ext>
            </a:extLst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5694363" y="3333750"/>
          <a:ext cx="1905000" cy="178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905266" imgH="1781424" progId="Paint.Picture">
                  <p:embed/>
                </p:oleObj>
              </mc:Choice>
              <mc:Fallback>
                <p:oleObj name="Bitmap Image" r:id="rId2" imgW="1905266" imgH="1781424" progId="Paint.Picture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4363" y="3333750"/>
                        <a:ext cx="1905000" cy="178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7" name="Rectangle 6">
            <a:extLst>
              <a:ext uri="{FF2B5EF4-FFF2-40B4-BE49-F238E27FC236}">
                <a16:creationId xmlns:a16="http://schemas.microsoft.com/office/drawing/2014/main" id="{8FF41211-0BAC-4E6C-BAD6-07259482E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5157788"/>
            <a:ext cx="3671887" cy="101600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ea typeface="SimSun" panose="020B0503020204020204" pitchFamily="2" charset="-122"/>
              </a:rPr>
              <a:t>Entropy of a 2-class problem with regard to the portion  of one of the two groups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AutoShape 6">
            <a:extLst>
              <a:ext uri="{FF2B5EF4-FFF2-40B4-BE49-F238E27FC236}">
                <a16:creationId xmlns:a16="http://schemas.microsoft.com/office/drawing/2014/main" id="{B45A9C2F-A0ED-46E8-BD06-264CF5C0EF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SimSun" panose="020B0503020204020204" pitchFamily="2" charset="-122"/>
              </a:rPr>
              <a:t>Information Gain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0B91C0DE-7EEB-4650-AE82-FEAFE74F205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2276475"/>
            <a:ext cx="7908925" cy="3810000"/>
          </a:xfrm>
        </p:spPr>
        <p:txBody>
          <a:bodyPr rtlCol="0">
            <a:normAutofit fontScale="92500" lnSpcReduction="10000"/>
          </a:bodyPr>
          <a:lstStyle/>
          <a:p>
            <a:pPr marL="306000" indent="-306000" fontAlgn="auto">
              <a:lnSpc>
                <a:spcPct val="90000"/>
              </a:lnSpc>
              <a:defRPr/>
            </a:pPr>
            <a:r>
              <a:rPr lang="en-US" altLang="zh-CN" sz="2400" dirty="0"/>
              <a:t>Information gain measures the expected reduction in entropy, or uncertainty.</a:t>
            </a:r>
            <a:r>
              <a:rPr lang="en-US" altLang="zh-CN" dirty="0"/>
              <a:t> </a:t>
            </a:r>
          </a:p>
          <a:p>
            <a:pPr marL="306000" indent="-306000" fontAlgn="auto">
              <a:lnSpc>
                <a:spcPct val="90000"/>
              </a:lnSpc>
              <a:defRPr/>
            </a:pPr>
            <a:endParaRPr lang="en-US" altLang="zh-CN" dirty="0"/>
          </a:p>
          <a:p>
            <a:pPr marL="630000" lvl="1" indent="-306000" fontAlgn="auto">
              <a:lnSpc>
                <a:spcPct val="90000"/>
              </a:lnSpc>
              <a:defRPr/>
            </a:pPr>
            <a:endParaRPr lang="en-US" altLang="zh-CN" dirty="0"/>
          </a:p>
          <a:p>
            <a:pPr marL="630000" lvl="1" indent="-306000" fontAlgn="auto">
              <a:lnSpc>
                <a:spcPct val="90000"/>
              </a:lnSpc>
              <a:defRPr/>
            </a:pPr>
            <a:r>
              <a:rPr lang="en-US" altLang="zh-CN" sz="2200" dirty="0"/>
              <a:t>Values(A) is the set of all possible values for attribute A, and </a:t>
            </a:r>
            <a:r>
              <a:rPr lang="en-US" altLang="zh-CN" sz="2200" dirty="0" err="1"/>
              <a:t>Sv</a:t>
            </a:r>
            <a:r>
              <a:rPr lang="en-US" altLang="zh-CN" sz="2200" dirty="0"/>
              <a:t> the subset of S for which attribute A has value v </a:t>
            </a:r>
            <a:r>
              <a:rPr lang="en-US" altLang="zh-CN" sz="2200" dirty="0" err="1">
                <a:solidFill>
                  <a:srgbClr val="6600FF"/>
                </a:solidFill>
              </a:rPr>
              <a:t>Sv</a:t>
            </a:r>
            <a:r>
              <a:rPr lang="en-US" altLang="zh-CN" sz="2200" dirty="0">
                <a:solidFill>
                  <a:srgbClr val="6600FF"/>
                </a:solidFill>
              </a:rPr>
              <a:t> = {s in S | A(s) = v}</a:t>
            </a:r>
            <a:r>
              <a:rPr lang="en-US" altLang="zh-CN" sz="2200" dirty="0"/>
              <a:t>. </a:t>
            </a:r>
          </a:p>
          <a:p>
            <a:pPr marL="630000" lvl="1" indent="-306000" fontAlgn="auto">
              <a:lnSpc>
                <a:spcPct val="90000"/>
              </a:lnSpc>
              <a:defRPr/>
            </a:pPr>
            <a:r>
              <a:rPr lang="en-US" altLang="zh-CN" sz="2200" dirty="0"/>
              <a:t>the first term in the equation for </a:t>
            </a:r>
            <a:r>
              <a:rPr lang="en-US" altLang="zh-CN" sz="2200" i="1" dirty="0"/>
              <a:t>Gain</a:t>
            </a:r>
            <a:r>
              <a:rPr lang="en-US" altLang="zh-CN" sz="2200" dirty="0"/>
              <a:t> is just the entropy of the original collection </a:t>
            </a:r>
            <a:r>
              <a:rPr lang="en-US" altLang="zh-CN" sz="2200" i="1" dirty="0"/>
              <a:t>S</a:t>
            </a:r>
          </a:p>
          <a:p>
            <a:pPr marL="630000" lvl="1" indent="-306000" fontAlgn="auto">
              <a:lnSpc>
                <a:spcPct val="90000"/>
              </a:lnSpc>
              <a:defRPr/>
            </a:pPr>
            <a:r>
              <a:rPr lang="en-US" altLang="zh-CN" sz="2200" dirty="0"/>
              <a:t>the second term is the expected value of the entropy after S is partitioned using attribute A</a:t>
            </a:r>
          </a:p>
        </p:txBody>
      </p:sp>
      <p:graphicFrame>
        <p:nvGraphicFramePr>
          <p:cNvPr id="34820" name="Object 9">
            <a:extLst>
              <a:ext uri="{FF2B5EF4-FFF2-40B4-BE49-F238E27FC236}">
                <a16:creationId xmlns:a16="http://schemas.microsoft.com/office/drawing/2014/main" id="{277003F0-8D5E-45A0-9E80-2BEA35D2B732}"/>
              </a:ext>
            </a:extLst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2268538" y="3068638"/>
          <a:ext cx="4391025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36900" imgH="469900" progId="Equation.DSMT4">
                  <p:embed/>
                </p:oleObj>
              </mc:Choice>
              <mc:Fallback>
                <p:oleObj name="Equation" r:id="rId2" imgW="3136900" imgH="4699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3068638"/>
                        <a:ext cx="4391025" cy="657225"/>
                      </a:xfrm>
                      <a:prstGeom prst="rect">
                        <a:avLst/>
                      </a:prstGeom>
                      <a:solidFill>
                        <a:srgbClr val="3366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70612366-5468-48DF-9E4C-5B077A6815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SimSun" panose="020B0503020204020204" pitchFamily="2" charset="-122"/>
              </a:rPr>
              <a:t>Information Gain</a:t>
            </a:r>
            <a:endParaRPr lang="en-US" altLang="en-US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5A424816-2A07-4EF3-87C4-F6572BCB7E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1025" y="2227263"/>
            <a:ext cx="7989888" cy="3632200"/>
          </a:xfrm>
        </p:spPr>
        <p:txBody>
          <a:bodyPr/>
          <a:lstStyle/>
          <a:p>
            <a:r>
              <a:rPr lang="en-US" altLang="zh-CN">
                <a:ea typeface="SimSun" panose="020B0503020204020204" pitchFamily="2" charset="-122"/>
              </a:rPr>
              <a:t>It is simply the expected reduction in entropy caused by partitioning the examples according to this attribute. </a:t>
            </a:r>
          </a:p>
          <a:p>
            <a:r>
              <a:rPr lang="en-US" altLang="zh-CN">
                <a:ea typeface="SimSun" panose="020B0503020204020204" pitchFamily="2" charset="-122"/>
              </a:rPr>
              <a:t>It is the number of bits saved when encoding the target value of an arbitrary member of </a:t>
            </a:r>
            <a:r>
              <a:rPr lang="en-US" altLang="zh-CN" i="1">
                <a:ea typeface="SimSun" panose="020B0503020204020204" pitchFamily="2" charset="-122"/>
              </a:rPr>
              <a:t>S</a:t>
            </a:r>
            <a:r>
              <a:rPr lang="en-US" altLang="zh-CN">
                <a:ea typeface="SimSun" panose="020B0503020204020204" pitchFamily="2" charset="-122"/>
              </a:rPr>
              <a:t>, by knowing the value of attribute </a:t>
            </a:r>
            <a:r>
              <a:rPr lang="en-US" altLang="zh-CN" i="1">
                <a:ea typeface="SimSun" panose="020B0503020204020204" pitchFamily="2" charset="-122"/>
              </a:rPr>
              <a:t>A.</a:t>
            </a:r>
          </a:p>
          <a:p>
            <a:endParaRPr lang="en-US" altLang="zh-CN">
              <a:ea typeface="SimSun" panose="020B0503020204020204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13E74D65-3273-4DFE-8EF8-3BF2302B7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CDE71285-6ABB-42C5-BF3F-5D9DBDC3B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E01DD8F4-4D76-47A2-9F0A-725DDAB401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6F7CF2F-A477-4470-A539-2D9BF29FCFB8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36869" name="Picture 4">
            <a:extLst>
              <a:ext uri="{FF2B5EF4-FFF2-40B4-BE49-F238E27FC236}">
                <a16:creationId xmlns:a16="http://schemas.microsoft.com/office/drawing/2014/main" id="{EC513C7F-0603-409C-B164-81D9AA7BC0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38" y="2209800"/>
            <a:ext cx="8518525" cy="263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B5F49FEC-4872-439A-934B-2213A268A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4B9506B8-2BDA-45F6-A391-6187BB49F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3477F4DC-778B-4D86-A414-7B182A9A9A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2697DCD-3D9D-437A-82AA-5F7B2FEAA8F5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37893" name="Picture 4">
            <a:extLst>
              <a:ext uri="{FF2B5EF4-FFF2-40B4-BE49-F238E27FC236}">
                <a16:creationId xmlns:a16="http://schemas.microsoft.com/office/drawing/2014/main" id="{0DFD72EC-E583-4978-964C-A90738503B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1531938"/>
            <a:ext cx="9144001" cy="4945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Content Placeholder 2">
            <a:extLst>
              <a:ext uri="{FF2B5EF4-FFF2-40B4-BE49-F238E27FC236}">
                <a16:creationId xmlns:a16="http://schemas.microsoft.com/office/drawing/2014/main" id="{306AD8A8-E565-41F8-A644-B6D755AFB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8915" name="Slide Number Placeholder 3">
            <a:extLst>
              <a:ext uri="{FF2B5EF4-FFF2-40B4-BE49-F238E27FC236}">
                <a16:creationId xmlns:a16="http://schemas.microsoft.com/office/drawing/2014/main" id="{2283A6B8-6E49-4613-8B5A-FAD6B4A2BA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B3F6623-80BC-4A82-BD99-A7933FF47F20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38916" name="Picture 4">
            <a:extLst>
              <a:ext uri="{FF2B5EF4-FFF2-40B4-BE49-F238E27FC236}">
                <a16:creationId xmlns:a16="http://schemas.microsoft.com/office/drawing/2014/main" id="{48FC72C4-A4B4-49E9-9DBB-232D34136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288" y="1866900"/>
            <a:ext cx="9144001" cy="438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7" name="Title 1">
            <a:extLst>
              <a:ext uri="{FF2B5EF4-FFF2-40B4-BE49-F238E27FC236}">
                <a16:creationId xmlns:a16="http://schemas.microsoft.com/office/drawing/2014/main" id="{3EC4802A-F066-4909-8ABB-B17E5451B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CD25E8AA-7B1E-44A2-819B-A752038CA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Entropy/ I.G.</a:t>
            </a: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B077957A-AC69-4FBA-A66D-0CE5FF780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35A71D8E-51F1-4AA8-98F7-ED2CA446F1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9481B6E-7429-48C5-8270-D52840D8465E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39941" name="Picture 4">
            <a:extLst>
              <a:ext uri="{FF2B5EF4-FFF2-40B4-BE49-F238E27FC236}">
                <a16:creationId xmlns:a16="http://schemas.microsoft.com/office/drawing/2014/main" id="{F23D3746-0513-4318-8AE9-ED643317B6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" y="1628775"/>
            <a:ext cx="9144000" cy="497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32F70E35-772F-47EA-9044-40510F9D9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Entropy/ I.G.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138B0D41-AACC-419E-84B1-524C086E1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CD4A93D8-2C20-420B-A7B9-E0457B51C0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DE46CC8-853F-4CFF-B35F-AD4AAB69D874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40965" name="Picture 4">
            <a:extLst>
              <a:ext uri="{FF2B5EF4-FFF2-40B4-BE49-F238E27FC236}">
                <a16:creationId xmlns:a16="http://schemas.microsoft.com/office/drawing/2014/main" id="{DAA4747B-669A-4630-B13C-C1BF11A81C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81200"/>
            <a:ext cx="9144000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683F72AF-9042-4675-BDBA-D6A361FFE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Entropy/ I.G.</a:t>
            </a:r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700326D2-E474-4BE5-B039-A7B97B451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1988" name="Slide Number Placeholder 3">
            <a:extLst>
              <a:ext uri="{FF2B5EF4-FFF2-40B4-BE49-F238E27FC236}">
                <a16:creationId xmlns:a16="http://schemas.microsoft.com/office/drawing/2014/main" id="{803E0C57-0066-49D4-93F9-B5618125B9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E5F0EF6-B333-43FD-B749-D3AA60000A77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41989" name="Picture 4">
            <a:extLst>
              <a:ext uri="{FF2B5EF4-FFF2-40B4-BE49-F238E27FC236}">
                <a16:creationId xmlns:a16="http://schemas.microsoft.com/office/drawing/2014/main" id="{F4AA1FBF-4560-497A-B0E1-12FFCBD868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52613"/>
            <a:ext cx="9144000" cy="445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1A8A24C4-C80C-4052-84B2-D05668FC7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Entropy/ I.G.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5AFF1BFE-071F-4B7B-B3AF-C50EC7225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9D580ACB-4DEC-46DC-9D87-D7350A6390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33476C7-B20B-4E8F-87A4-CB8981D85883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43013" name="Picture 4">
            <a:extLst>
              <a:ext uri="{FF2B5EF4-FFF2-40B4-BE49-F238E27FC236}">
                <a16:creationId xmlns:a16="http://schemas.microsoft.com/office/drawing/2014/main" id="{72BBFFA2-9A70-4ADC-B2A5-7FFB858FE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1666875"/>
            <a:ext cx="9144000" cy="481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0DAD1D99-C2A5-4FBC-919D-704B3939B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Entropy/ I.G.</a:t>
            </a: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F0F670EB-B047-4211-9DD6-47AD9545C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563F6B9D-8AF8-4277-8B1D-0DD6D080D0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AF6F985-130B-4AC6-9BDB-B0965C677679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44037" name="Picture 4">
            <a:extLst>
              <a:ext uri="{FF2B5EF4-FFF2-40B4-BE49-F238E27FC236}">
                <a16:creationId xmlns:a16="http://schemas.microsoft.com/office/drawing/2014/main" id="{CFF16368-30F0-45E1-9A17-A59BC43537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16075"/>
            <a:ext cx="9144000" cy="486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98422F97-E527-47E1-B738-561DD4D2B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Entropy/ I.G.</a:t>
            </a:r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1F97EFAF-1ADB-4AD6-997A-9A822BB91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A61AE7BA-1573-416D-91E9-C26299631C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CDC4040-65FC-40F8-BF97-1AC73F03C72E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45061" name="Picture 4">
            <a:extLst>
              <a:ext uri="{FF2B5EF4-FFF2-40B4-BE49-F238E27FC236}">
                <a16:creationId xmlns:a16="http://schemas.microsoft.com/office/drawing/2014/main" id="{5989E041-F709-49C1-8737-3E3F5312E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5600"/>
            <a:ext cx="9144000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8007F215-F796-483B-8E2D-BAFB07CB6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Entropy/ I.G.</a:t>
            </a:r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53CA5BB8-4F7F-4EDF-917D-FBA5E20B3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3E8A1001-08A8-44FC-AE72-2DBBBAEB54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8DEA03-B6B4-43EA-8C3F-DF9998278220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46085" name="Picture 4">
            <a:extLst>
              <a:ext uri="{FF2B5EF4-FFF2-40B4-BE49-F238E27FC236}">
                <a16:creationId xmlns:a16="http://schemas.microsoft.com/office/drawing/2014/main" id="{25493861-415F-46A8-8130-9FB1983F09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895475"/>
            <a:ext cx="7629525" cy="416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2FC89C49-A143-48F4-8B4D-C1A01E62B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Entropy/ I.G.</a:t>
            </a:r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FCCC6D8A-A35C-46AE-924A-F46376914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6791A221-A94D-4598-BC5F-AFA3366A6E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4D41A3D-7A83-48DC-B491-9AEF7D6EFD3E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47109" name="Picture 4">
            <a:extLst>
              <a:ext uri="{FF2B5EF4-FFF2-40B4-BE49-F238E27FC236}">
                <a16:creationId xmlns:a16="http://schemas.microsoft.com/office/drawing/2014/main" id="{3EA0F059-DA2A-4A9B-8375-AC594D8AAA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463" y="1828800"/>
            <a:ext cx="9144001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51265BAD-32B1-49EF-9B35-25DD2782C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Entropy/ I.G.</a:t>
            </a:r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B1E14895-5619-4B0A-8D71-6A4304D12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CC6941D2-40DF-4E25-B65A-8D49207958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E395E98-6995-4DB3-A5BC-D7A661CE8F70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48133" name="Picture 4">
            <a:extLst>
              <a:ext uri="{FF2B5EF4-FFF2-40B4-BE49-F238E27FC236}">
                <a16:creationId xmlns:a16="http://schemas.microsoft.com/office/drawing/2014/main" id="{E52C878C-6F8A-4FEC-940A-E6A789EC8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62113"/>
            <a:ext cx="9144000" cy="479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8EFFDC28-1626-4AE7-B14E-D500F190B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Entropy/ I.G.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D6960D92-CA03-4F9A-873E-A389F9E72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84524E9C-1425-4496-9B64-F35ED8E0CD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1F09B9C-7E24-4E56-86B5-D170AFA13EB5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49157" name="Picture 4">
            <a:extLst>
              <a:ext uri="{FF2B5EF4-FFF2-40B4-BE49-F238E27FC236}">
                <a16:creationId xmlns:a16="http://schemas.microsoft.com/office/drawing/2014/main" id="{778793B4-5521-443C-AD6F-20446B6C1F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1974850"/>
            <a:ext cx="889635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FAA93FA4-99DA-4433-A90B-2F44A586F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371600"/>
          </a:xfrm>
        </p:spPr>
        <p:txBody>
          <a:bodyPr/>
          <a:lstStyle/>
          <a:p>
            <a:r>
              <a:rPr lang="en-US" altLang="en-US"/>
              <a:t>Example – Entropy/ I.G.</a:t>
            </a:r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10E236AD-ADD2-48DE-BC04-C1954D2B1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DC811D02-C67B-47E2-8F85-3A3DE7E820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D973FC5-17B1-4F95-AD68-4CC638D5B714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50181" name="Picture 4">
            <a:extLst>
              <a:ext uri="{FF2B5EF4-FFF2-40B4-BE49-F238E27FC236}">
                <a16:creationId xmlns:a16="http://schemas.microsoft.com/office/drawing/2014/main" id="{95C3F496-6072-4AAF-8E2E-8EC8FE0B97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8413"/>
            <a:ext cx="9144000" cy="520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20823278-8050-42FF-A023-CBC508B2F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Entropy/ I.G.</a:t>
            </a:r>
          </a:p>
        </p:txBody>
      </p:sp>
      <p:sp>
        <p:nvSpPr>
          <p:cNvPr id="51203" name="Content Placeholder 2">
            <a:extLst>
              <a:ext uri="{FF2B5EF4-FFF2-40B4-BE49-F238E27FC236}">
                <a16:creationId xmlns:a16="http://schemas.microsoft.com/office/drawing/2014/main" id="{AA19147D-5F84-4D22-A29B-2C80883CC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EF14C055-69CA-4A9D-9CB9-F7A35D13F3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BAA9F3-8D1D-45F7-8D69-5C8A3ADA6EF9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51205" name="Picture 4">
            <a:extLst>
              <a:ext uri="{FF2B5EF4-FFF2-40B4-BE49-F238E27FC236}">
                <a16:creationId xmlns:a16="http://schemas.microsoft.com/office/drawing/2014/main" id="{F890A45C-1D51-4AC5-9323-864747BDB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463" y="1828800"/>
            <a:ext cx="9144001" cy="460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4566119F-B28E-4929-B05A-D1C0B6FD8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Entropy/ I.G.</a:t>
            </a:r>
          </a:p>
        </p:txBody>
      </p:sp>
      <p:sp>
        <p:nvSpPr>
          <p:cNvPr id="52227" name="Content Placeholder 2">
            <a:extLst>
              <a:ext uri="{FF2B5EF4-FFF2-40B4-BE49-F238E27FC236}">
                <a16:creationId xmlns:a16="http://schemas.microsoft.com/office/drawing/2014/main" id="{7B043876-0C78-4843-BB37-C8E341CA4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3A908552-FFEE-4422-9DEB-97EBABE0EE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362E49-270D-4109-8B5E-0AB2F9C0E06E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52229" name="Picture 4">
            <a:extLst>
              <a:ext uri="{FF2B5EF4-FFF2-40B4-BE49-F238E27FC236}">
                <a16:creationId xmlns:a16="http://schemas.microsoft.com/office/drawing/2014/main" id="{8FDD7EF3-7DF6-4FFB-97AE-0144E97CA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1744663"/>
            <a:ext cx="8067675" cy="474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D38D8FC7-A82E-4553-B44B-E0F2F6813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Entropy/ I.G.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24B51CE9-4B28-4859-A3F1-274FC5148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5DE5E66E-5E34-4CD3-9FF1-8EFC0D0AB5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CE6F740-2ED5-4ED0-930F-59F685C573AC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53253" name="Picture 4">
            <a:extLst>
              <a:ext uri="{FF2B5EF4-FFF2-40B4-BE49-F238E27FC236}">
                <a16:creationId xmlns:a16="http://schemas.microsoft.com/office/drawing/2014/main" id="{57E869C1-2B16-4046-BC12-9EED3DFA63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84313"/>
            <a:ext cx="9144000" cy="500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C95465CA-41A0-43FD-982E-C17758BC0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Entropy/ I.G.</a:t>
            </a:r>
          </a:p>
        </p:txBody>
      </p:sp>
      <p:sp>
        <p:nvSpPr>
          <p:cNvPr id="54275" name="Content Placeholder 2">
            <a:extLst>
              <a:ext uri="{FF2B5EF4-FFF2-40B4-BE49-F238E27FC236}">
                <a16:creationId xmlns:a16="http://schemas.microsoft.com/office/drawing/2014/main" id="{F159B6D3-1B17-466D-8878-A86A5F6CC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4276" name="Slide Number Placeholder 3">
            <a:extLst>
              <a:ext uri="{FF2B5EF4-FFF2-40B4-BE49-F238E27FC236}">
                <a16:creationId xmlns:a16="http://schemas.microsoft.com/office/drawing/2014/main" id="{742396B0-485D-4DD3-BE0F-07A34E401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FE291C2-E496-4848-91B9-5292CF95298B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54277" name="Picture 4">
            <a:extLst>
              <a:ext uri="{FF2B5EF4-FFF2-40B4-BE49-F238E27FC236}">
                <a16:creationId xmlns:a16="http://schemas.microsoft.com/office/drawing/2014/main" id="{9FDF6CFB-AAF5-4640-A4DC-CCAD7F5CF9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700" y="1981200"/>
            <a:ext cx="8172450" cy="436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8C47B75D-EE1C-4718-A525-718152D19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Entropy/ I.G.</a:t>
            </a:r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CD205F4B-29AB-44D2-906D-1701188AB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0E91E7F0-8443-41F6-807A-26F9C942AE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CEE547E-A6DB-40A2-BE5F-BDBE27BB87CC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55301" name="Picture 4">
            <a:extLst>
              <a:ext uri="{FF2B5EF4-FFF2-40B4-BE49-F238E27FC236}">
                <a16:creationId xmlns:a16="http://schemas.microsoft.com/office/drawing/2014/main" id="{DB043EC5-88D3-4630-947D-0D5D63AD9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8" y="1831975"/>
            <a:ext cx="7934325" cy="422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56852119-25AF-49B2-865E-DDF0A68D1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Entropy/ I.G.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AE3B8C61-7F3C-4BCC-8F03-D5FE026F6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6324" name="Slide Number Placeholder 3">
            <a:extLst>
              <a:ext uri="{FF2B5EF4-FFF2-40B4-BE49-F238E27FC236}">
                <a16:creationId xmlns:a16="http://schemas.microsoft.com/office/drawing/2014/main" id="{8F0CB97D-CF96-49C5-8DE5-95FB6D4CCC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A95425C-E8AB-4A55-8EC2-4E10D61D5296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56325" name="Picture 4">
            <a:extLst>
              <a:ext uri="{FF2B5EF4-FFF2-40B4-BE49-F238E27FC236}">
                <a16:creationId xmlns:a16="http://schemas.microsoft.com/office/drawing/2014/main" id="{4FF49551-C76A-4ADB-A050-578E7F36C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968500"/>
            <a:ext cx="7351712" cy="450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2F5C1D94-51B9-4EBD-A8B0-9C67829F2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Entropy/ I.G.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B9522185-EE0B-4E80-874E-DA2217294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28FA510B-F7DA-4EB8-9C7E-1E6A077963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6A30C31-0FBD-469B-9ECD-06FC8CC3C689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57349" name="Picture 4">
            <a:extLst>
              <a:ext uri="{FF2B5EF4-FFF2-40B4-BE49-F238E27FC236}">
                <a16:creationId xmlns:a16="http://schemas.microsoft.com/office/drawing/2014/main" id="{1C2F3612-3F35-4A06-92CC-DBD035FC0B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5" y="1490663"/>
            <a:ext cx="8324850" cy="533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1AFCB079-9CA3-4C03-9AAA-C3C1E3C23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Entropy/ I.G.</a:t>
            </a:r>
          </a:p>
        </p:txBody>
      </p:sp>
      <p:sp>
        <p:nvSpPr>
          <p:cNvPr id="58371" name="Content Placeholder 2">
            <a:extLst>
              <a:ext uri="{FF2B5EF4-FFF2-40B4-BE49-F238E27FC236}">
                <a16:creationId xmlns:a16="http://schemas.microsoft.com/office/drawing/2014/main" id="{9FE0BC3A-AC07-439D-B752-A2516E8FC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8372" name="Slide Number Placeholder 3">
            <a:extLst>
              <a:ext uri="{FF2B5EF4-FFF2-40B4-BE49-F238E27FC236}">
                <a16:creationId xmlns:a16="http://schemas.microsoft.com/office/drawing/2014/main" id="{3D8A1F9D-5D62-464A-BFA1-998AAFA697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A125974-CF5B-48EF-8D81-9E1A5FFAF003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58373" name="Picture 4">
            <a:extLst>
              <a:ext uri="{FF2B5EF4-FFF2-40B4-BE49-F238E27FC236}">
                <a16:creationId xmlns:a16="http://schemas.microsoft.com/office/drawing/2014/main" id="{006F8173-3FF7-47BD-B669-147D21984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68463"/>
            <a:ext cx="9144000" cy="478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A736F956-D0D1-43AB-9A3C-842B1F46B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Entropy/ I.G.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B0F4C1BF-C0F9-47E3-8EA2-F49E2E4C1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DAAAFADA-D412-49B6-9B40-5FF562E024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216636B-FAF2-4F40-89A2-23D2986FFA18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59397" name="Picture 4">
            <a:extLst>
              <a:ext uri="{FF2B5EF4-FFF2-40B4-BE49-F238E27FC236}">
                <a16:creationId xmlns:a16="http://schemas.microsoft.com/office/drawing/2014/main" id="{14ADB5EC-BC22-466B-9981-DEA51DACAE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841500"/>
            <a:ext cx="8316912" cy="493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A2725E56-0552-4260-AC84-8BB69607F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Entropy/ I.G.</a:t>
            </a:r>
          </a:p>
        </p:txBody>
      </p:sp>
      <p:sp>
        <p:nvSpPr>
          <p:cNvPr id="60419" name="Content Placeholder 2">
            <a:extLst>
              <a:ext uri="{FF2B5EF4-FFF2-40B4-BE49-F238E27FC236}">
                <a16:creationId xmlns:a16="http://schemas.microsoft.com/office/drawing/2014/main" id="{52D8D45A-0E6C-4D4F-9B42-E024E9AE9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0420" name="Slide Number Placeholder 3">
            <a:extLst>
              <a:ext uri="{FF2B5EF4-FFF2-40B4-BE49-F238E27FC236}">
                <a16:creationId xmlns:a16="http://schemas.microsoft.com/office/drawing/2014/main" id="{04587178-C8BC-4F04-B844-E0B5F0395E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5C8CDEC-E62F-4792-8BA7-B28D920F1D5F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60421" name="Picture 4">
            <a:extLst>
              <a:ext uri="{FF2B5EF4-FFF2-40B4-BE49-F238E27FC236}">
                <a16:creationId xmlns:a16="http://schemas.microsoft.com/office/drawing/2014/main" id="{07FDD007-6201-4789-9CC6-93E96D027F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63725"/>
            <a:ext cx="9144000" cy="449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BA3A3DF9-4443-4D22-8004-46B77F323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Entropy/ I.G.</a:t>
            </a:r>
          </a:p>
        </p:txBody>
      </p:sp>
      <p:sp>
        <p:nvSpPr>
          <p:cNvPr id="61443" name="Content Placeholder 2">
            <a:extLst>
              <a:ext uri="{FF2B5EF4-FFF2-40B4-BE49-F238E27FC236}">
                <a16:creationId xmlns:a16="http://schemas.microsoft.com/office/drawing/2014/main" id="{9CEB0948-A5F0-4BA2-9DA1-D63E8E7D8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1444" name="Slide Number Placeholder 3">
            <a:extLst>
              <a:ext uri="{FF2B5EF4-FFF2-40B4-BE49-F238E27FC236}">
                <a16:creationId xmlns:a16="http://schemas.microsoft.com/office/drawing/2014/main" id="{70CC1286-1251-49B4-B4DA-319441F1A4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1EBE059-E009-4A12-8318-EEEA60220A14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61445" name="Picture 4">
            <a:extLst>
              <a:ext uri="{FF2B5EF4-FFF2-40B4-BE49-F238E27FC236}">
                <a16:creationId xmlns:a16="http://schemas.microsoft.com/office/drawing/2014/main" id="{C98CC9D6-85D4-4405-AA3F-F22684332B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8" y="1981200"/>
            <a:ext cx="9144001" cy="440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>
            <a:extLst>
              <a:ext uri="{FF2B5EF4-FFF2-40B4-BE49-F238E27FC236}">
                <a16:creationId xmlns:a16="http://schemas.microsoft.com/office/drawing/2014/main" id="{B4FC3BA3-3B01-420F-8AF8-2F016002D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Entropy/ I.G.</a:t>
            </a:r>
          </a:p>
        </p:txBody>
      </p:sp>
      <p:sp>
        <p:nvSpPr>
          <p:cNvPr id="62467" name="Content Placeholder 2">
            <a:extLst>
              <a:ext uri="{FF2B5EF4-FFF2-40B4-BE49-F238E27FC236}">
                <a16:creationId xmlns:a16="http://schemas.microsoft.com/office/drawing/2014/main" id="{C9B47AEE-6103-43B2-BAD5-7B3B401A6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2468" name="Slide Number Placeholder 3">
            <a:extLst>
              <a:ext uri="{FF2B5EF4-FFF2-40B4-BE49-F238E27FC236}">
                <a16:creationId xmlns:a16="http://schemas.microsoft.com/office/drawing/2014/main" id="{5B80C806-FB52-405D-8EFA-66701B8D76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8188444-2337-48D0-9043-61B1E49B76B8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62469" name="Picture 4">
            <a:extLst>
              <a:ext uri="{FF2B5EF4-FFF2-40B4-BE49-F238E27FC236}">
                <a16:creationId xmlns:a16="http://schemas.microsoft.com/office/drawing/2014/main" id="{E91A590A-7167-437C-9525-96F69EFA94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81200"/>
            <a:ext cx="9144000" cy="444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>
            <a:extLst>
              <a:ext uri="{FF2B5EF4-FFF2-40B4-BE49-F238E27FC236}">
                <a16:creationId xmlns:a16="http://schemas.microsoft.com/office/drawing/2014/main" id="{965EED03-F16C-4894-819F-76FFCB46F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Entropy/ I.G.</a:t>
            </a:r>
          </a:p>
        </p:txBody>
      </p:sp>
      <p:sp>
        <p:nvSpPr>
          <p:cNvPr id="63491" name="Content Placeholder 2">
            <a:extLst>
              <a:ext uri="{FF2B5EF4-FFF2-40B4-BE49-F238E27FC236}">
                <a16:creationId xmlns:a16="http://schemas.microsoft.com/office/drawing/2014/main" id="{F830E8E2-E37F-48A5-970D-1E4D9E721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3492" name="Slide Number Placeholder 3">
            <a:extLst>
              <a:ext uri="{FF2B5EF4-FFF2-40B4-BE49-F238E27FC236}">
                <a16:creationId xmlns:a16="http://schemas.microsoft.com/office/drawing/2014/main" id="{E33E593E-EA40-4BC1-9357-52002EA378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F579AE3-C3C7-43BD-9A58-FC1A5F432D46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63493" name="Picture 4">
            <a:extLst>
              <a:ext uri="{FF2B5EF4-FFF2-40B4-BE49-F238E27FC236}">
                <a16:creationId xmlns:a16="http://schemas.microsoft.com/office/drawing/2014/main" id="{24500774-1308-4B66-B554-5BFAA544C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1652588"/>
            <a:ext cx="7745413" cy="5199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>
            <a:extLst>
              <a:ext uri="{FF2B5EF4-FFF2-40B4-BE49-F238E27FC236}">
                <a16:creationId xmlns:a16="http://schemas.microsoft.com/office/drawing/2014/main" id="{D470CE37-89B6-468B-AD50-8372FF4A7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Entropy/ I.G.</a:t>
            </a:r>
          </a:p>
        </p:txBody>
      </p:sp>
      <p:sp>
        <p:nvSpPr>
          <p:cNvPr id="64515" name="Content Placeholder 2">
            <a:extLst>
              <a:ext uri="{FF2B5EF4-FFF2-40B4-BE49-F238E27FC236}">
                <a16:creationId xmlns:a16="http://schemas.microsoft.com/office/drawing/2014/main" id="{6D22A03F-104D-4782-A959-16154630B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4B696CCC-A351-41D4-B11E-3B3C8D58C0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42BE6B7-465F-4209-BB1E-B26460A1B47A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64517" name="Picture 4">
            <a:extLst>
              <a:ext uri="{FF2B5EF4-FFF2-40B4-BE49-F238E27FC236}">
                <a16:creationId xmlns:a16="http://schemas.microsoft.com/office/drawing/2014/main" id="{5F0DEDA3-D347-43CD-9AA5-BEC484335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65300"/>
            <a:ext cx="9144000" cy="494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80D419E9-5921-4820-83D5-1E0F874E5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Entropy/ I.G.</a:t>
            </a:r>
          </a:p>
        </p:txBody>
      </p:sp>
      <p:sp>
        <p:nvSpPr>
          <p:cNvPr id="65539" name="Content Placeholder 2">
            <a:extLst>
              <a:ext uri="{FF2B5EF4-FFF2-40B4-BE49-F238E27FC236}">
                <a16:creationId xmlns:a16="http://schemas.microsoft.com/office/drawing/2014/main" id="{A6E43097-3823-428D-9A40-211478E23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5540" name="Slide Number Placeholder 3">
            <a:extLst>
              <a:ext uri="{FF2B5EF4-FFF2-40B4-BE49-F238E27FC236}">
                <a16:creationId xmlns:a16="http://schemas.microsoft.com/office/drawing/2014/main" id="{835F9D1E-624D-4AE6-844A-1FEEE86614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A836853-A48B-4771-8D9A-6687B838036D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65541" name="Picture 4">
            <a:extLst>
              <a:ext uri="{FF2B5EF4-FFF2-40B4-BE49-F238E27FC236}">
                <a16:creationId xmlns:a16="http://schemas.microsoft.com/office/drawing/2014/main" id="{44CF1DDE-51E4-4F34-A016-A5E3BA3D4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922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>
            <a:extLst>
              <a:ext uri="{FF2B5EF4-FFF2-40B4-BE49-F238E27FC236}">
                <a16:creationId xmlns:a16="http://schemas.microsoft.com/office/drawing/2014/main" id="{1B5AD385-9E32-4FB9-AC1E-E55FBEED4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Entropy/ I.G.</a:t>
            </a:r>
          </a:p>
        </p:txBody>
      </p:sp>
      <p:sp>
        <p:nvSpPr>
          <p:cNvPr id="66563" name="Content Placeholder 2">
            <a:extLst>
              <a:ext uri="{FF2B5EF4-FFF2-40B4-BE49-F238E27FC236}">
                <a16:creationId xmlns:a16="http://schemas.microsoft.com/office/drawing/2014/main" id="{F937A56D-DB5B-4ABF-A22D-2DC16B012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F9C90045-2500-4488-9E38-B3F081DCE5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77A55A0-B8F3-4113-9A6E-B710BB956A1F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66565" name="Picture 4">
            <a:extLst>
              <a:ext uri="{FF2B5EF4-FFF2-40B4-BE49-F238E27FC236}">
                <a16:creationId xmlns:a16="http://schemas.microsoft.com/office/drawing/2014/main" id="{BBD2BDC6-2AEB-4AD6-8D49-D6A20FFA7F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8" y="1841500"/>
            <a:ext cx="9144001" cy="440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>
            <a:extLst>
              <a:ext uri="{FF2B5EF4-FFF2-40B4-BE49-F238E27FC236}">
                <a16:creationId xmlns:a16="http://schemas.microsoft.com/office/drawing/2014/main" id="{25D28FFE-EF13-4410-9AA4-4CE37D18B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Entropy/ I.G.</a:t>
            </a:r>
          </a:p>
        </p:txBody>
      </p:sp>
      <p:sp>
        <p:nvSpPr>
          <p:cNvPr id="67587" name="Content Placeholder 2">
            <a:extLst>
              <a:ext uri="{FF2B5EF4-FFF2-40B4-BE49-F238E27FC236}">
                <a16:creationId xmlns:a16="http://schemas.microsoft.com/office/drawing/2014/main" id="{FEDE6D60-883F-42FD-B12E-C08DC37B3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4855DC06-A652-4543-ACC6-8F97F57B99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00579B2-57FB-45FD-BA98-0D440BE4BF7D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67589" name="Picture 4">
            <a:extLst>
              <a:ext uri="{FF2B5EF4-FFF2-40B4-BE49-F238E27FC236}">
                <a16:creationId xmlns:a16="http://schemas.microsoft.com/office/drawing/2014/main" id="{4EFF989C-5E98-4EB1-9F09-F759D843E9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1981200"/>
            <a:ext cx="9144000" cy="441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>
            <a:extLst>
              <a:ext uri="{FF2B5EF4-FFF2-40B4-BE49-F238E27FC236}">
                <a16:creationId xmlns:a16="http://schemas.microsoft.com/office/drawing/2014/main" id="{7478AECC-652C-4F29-A088-0F55B6751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Entropy/ I.G.</a:t>
            </a:r>
          </a:p>
        </p:txBody>
      </p:sp>
      <p:sp>
        <p:nvSpPr>
          <p:cNvPr id="68611" name="Content Placeholder 2">
            <a:extLst>
              <a:ext uri="{FF2B5EF4-FFF2-40B4-BE49-F238E27FC236}">
                <a16:creationId xmlns:a16="http://schemas.microsoft.com/office/drawing/2014/main" id="{EFF8E3A3-569C-4140-B02E-0045219BD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8612" name="Slide Number Placeholder 3">
            <a:extLst>
              <a:ext uri="{FF2B5EF4-FFF2-40B4-BE49-F238E27FC236}">
                <a16:creationId xmlns:a16="http://schemas.microsoft.com/office/drawing/2014/main" id="{C5FE0172-2B98-4CBF-96AF-07C2E3CBA4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AD44DDE-FC63-4CF6-A91F-B658C057B1C1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68613" name="Picture 4">
            <a:extLst>
              <a:ext uri="{FF2B5EF4-FFF2-40B4-BE49-F238E27FC236}">
                <a16:creationId xmlns:a16="http://schemas.microsoft.com/office/drawing/2014/main" id="{0E408E66-A933-4978-BA9B-DCC962357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97063"/>
            <a:ext cx="9144000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>
            <a:extLst>
              <a:ext uri="{FF2B5EF4-FFF2-40B4-BE49-F238E27FC236}">
                <a16:creationId xmlns:a16="http://schemas.microsoft.com/office/drawing/2014/main" id="{3304B2B1-9E0E-4A59-99A7-71D6F6980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Entropy/ I.G.</a:t>
            </a:r>
          </a:p>
        </p:txBody>
      </p:sp>
      <p:sp>
        <p:nvSpPr>
          <p:cNvPr id="69635" name="Content Placeholder 2">
            <a:extLst>
              <a:ext uri="{FF2B5EF4-FFF2-40B4-BE49-F238E27FC236}">
                <a16:creationId xmlns:a16="http://schemas.microsoft.com/office/drawing/2014/main" id="{28FA2E7D-744C-4C93-9242-AC0514F39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9636" name="Slide Number Placeholder 3">
            <a:extLst>
              <a:ext uri="{FF2B5EF4-FFF2-40B4-BE49-F238E27FC236}">
                <a16:creationId xmlns:a16="http://schemas.microsoft.com/office/drawing/2014/main" id="{7FA7AB6B-399A-484E-B89D-F593B1E371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B28B0CE-EB81-4BC2-A210-EE3C5A79E270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69637" name="Picture 4">
            <a:extLst>
              <a:ext uri="{FF2B5EF4-FFF2-40B4-BE49-F238E27FC236}">
                <a16:creationId xmlns:a16="http://schemas.microsoft.com/office/drawing/2014/main" id="{C2D08468-7217-4A42-ABBB-5800A58551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33525"/>
            <a:ext cx="9144000" cy="379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>
            <a:extLst>
              <a:ext uri="{FF2B5EF4-FFF2-40B4-BE49-F238E27FC236}">
                <a16:creationId xmlns:a16="http://schemas.microsoft.com/office/drawing/2014/main" id="{838CE20C-A0E5-42E0-A880-9C4789F0F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– Entropy/ I.G.</a:t>
            </a:r>
          </a:p>
        </p:txBody>
      </p:sp>
      <p:sp>
        <p:nvSpPr>
          <p:cNvPr id="70659" name="Content Placeholder 2">
            <a:extLst>
              <a:ext uri="{FF2B5EF4-FFF2-40B4-BE49-F238E27FC236}">
                <a16:creationId xmlns:a16="http://schemas.microsoft.com/office/drawing/2014/main" id="{8872F9DA-8B99-429D-BF61-AEF568131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0660" name="Slide Number Placeholder 3">
            <a:extLst>
              <a:ext uri="{FF2B5EF4-FFF2-40B4-BE49-F238E27FC236}">
                <a16:creationId xmlns:a16="http://schemas.microsoft.com/office/drawing/2014/main" id="{02E092BC-1B8A-4BF1-B130-997C2B5FE0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10B763A-A942-4850-93F7-25A0233CA9B7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70661" name="Picture 4">
            <a:extLst>
              <a:ext uri="{FF2B5EF4-FFF2-40B4-BE49-F238E27FC236}">
                <a16:creationId xmlns:a16="http://schemas.microsoft.com/office/drawing/2014/main" id="{02BCFBA9-403B-4041-A3A1-504FC826D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470025"/>
            <a:ext cx="6530975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>
            <a:extLst>
              <a:ext uri="{FF2B5EF4-FFF2-40B4-BE49-F238E27FC236}">
                <a16:creationId xmlns:a16="http://schemas.microsoft.com/office/drawing/2014/main" id="{57DCC6AA-3E5E-43C3-B125-F3F5318D2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Gini Index - Example</a:t>
            </a:r>
          </a:p>
        </p:txBody>
      </p:sp>
      <p:sp>
        <p:nvSpPr>
          <p:cNvPr id="71683" name="Content Placeholder 2">
            <a:extLst>
              <a:ext uri="{FF2B5EF4-FFF2-40B4-BE49-F238E27FC236}">
                <a16:creationId xmlns:a16="http://schemas.microsoft.com/office/drawing/2014/main" id="{201828FD-F541-47B1-BCEF-1E448E2E1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1684" name="Slide Number Placeholder 3">
            <a:extLst>
              <a:ext uri="{FF2B5EF4-FFF2-40B4-BE49-F238E27FC236}">
                <a16:creationId xmlns:a16="http://schemas.microsoft.com/office/drawing/2014/main" id="{AA2BEBDA-023D-4434-A18E-2E486B4BDD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EE08B84-6B8B-430C-84CB-8B177AF28E4B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71685" name="Picture 2">
            <a:extLst>
              <a:ext uri="{FF2B5EF4-FFF2-40B4-BE49-F238E27FC236}">
                <a16:creationId xmlns:a16="http://schemas.microsoft.com/office/drawing/2014/main" id="{30918BF1-F3E1-4043-A9B7-4921350154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1398588"/>
            <a:ext cx="5905500" cy="548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>
            <a:extLst>
              <a:ext uri="{FF2B5EF4-FFF2-40B4-BE49-F238E27FC236}">
                <a16:creationId xmlns:a16="http://schemas.microsoft.com/office/drawing/2014/main" id="{9DA1DF8D-4053-4311-8602-699BA8544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2707" name="Content Placeholder 2">
            <a:extLst>
              <a:ext uri="{FF2B5EF4-FFF2-40B4-BE49-F238E27FC236}">
                <a16:creationId xmlns:a16="http://schemas.microsoft.com/office/drawing/2014/main" id="{013D16EF-C0A9-4B59-AAA1-ECA2C1CDD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2708" name="Slide Number Placeholder 3">
            <a:extLst>
              <a:ext uri="{FF2B5EF4-FFF2-40B4-BE49-F238E27FC236}">
                <a16:creationId xmlns:a16="http://schemas.microsoft.com/office/drawing/2014/main" id="{19C38153-44C5-4326-B821-FBCB5CBE8D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ADB7598-2337-42BD-B152-1CEF6AD8CF69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72709" name="Picture 5">
            <a:extLst>
              <a:ext uri="{FF2B5EF4-FFF2-40B4-BE49-F238E27FC236}">
                <a16:creationId xmlns:a16="http://schemas.microsoft.com/office/drawing/2014/main" id="{DB748089-4A33-4AFA-B726-61FFD8E2FD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75" y="2781300"/>
            <a:ext cx="8526463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>
            <a:extLst>
              <a:ext uri="{FF2B5EF4-FFF2-40B4-BE49-F238E27FC236}">
                <a16:creationId xmlns:a16="http://schemas.microsoft.com/office/drawing/2014/main" id="{6AEB599A-79CB-42B5-BDD1-6440320F2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3731" name="Content Placeholder 2">
            <a:extLst>
              <a:ext uri="{FF2B5EF4-FFF2-40B4-BE49-F238E27FC236}">
                <a16:creationId xmlns:a16="http://schemas.microsoft.com/office/drawing/2014/main" id="{E8AEC617-4D95-495B-992E-5C01F4F6F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3732" name="Slide Number Placeholder 3">
            <a:extLst>
              <a:ext uri="{FF2B5EF4-FFF2-40B4-BE49-F238E27FC236}">
                <a16:creationId xmlns:a16="http://schemas.microsoft.com/office/drawing/2014/main" id="{1E25041D-C593-44EB-86D6-3A5AAC2AC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65D5EA6-41A6-447E-93F2-3B400547B9E4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73733" name="Picture 4">
            <a:extLst>
              <a:ext uri="{FF2B5EF4-FFF2-40B4-BE49-F238E27FC236}">
                <a16:creationId xmlns:a16="http://schemas.microsoft.com/office/drawing/2014/main" id="{092C330A-01F4-434E-9B6E-918D7434F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8" y="735013"/>
            <a:ext cx="8208962" cy="574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>
            <a:extLst>
              <a:ext uri="{FF2B5EF4-FFF2-40B4-BE49-F238E27FC236}">
                <a16:creationId xmlns:a16="http://schemas.microsoft.com/office/drawing/2014/main" id="{96CFD939-DE2B-4AC4-BC88-5B590423D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4755" name="Content Placeholder 2">
            <a:extLst>
              <a:ext uri="{FF2B5EF4-FFF2-40B4-BE49-F238E27FC236}">
                <a16:creationId xmlns:a16="http://schemas.microsoft.com/office/drawing/2014/main" id="{E6329AFF-84D8-4D27-BE8E-9193BB451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4756" name="Slide Number Placeholder 3">
            <a:extLst>
              <a:ext uri="{FF2B5EF4-FFF2-40B4-BE49-F238E27FC236}">
                <a16:creationId xmlns:a16="http://schemas.microsoft.com/office/drawing/2014/main" id="{EE45C004-7FAA-4EDD-91AA-484E0F195E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D928E68-C06F-4479-8335-2E9140033F48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74757" name="Picture 4">
            <a:extLst>
              <a:ext uri="{FF2B5EF4-FFF2-40B4-BE49-F238E27FC236}">
                <a16:creationId xmlns:a16="http://schemas.microsoft.com/office/drawing/2014/main" id="{98BB5D21-8B14-4026-99F3-DAF9FA63C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712788"/>
            <a:ext cx="8229600" cy="576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>
            <a:extLst>
              <a:ext uri="{FF2B5EF4-FFF2-40B4-BE49-F238E27FC236}">
                <a16:creationId xmlns:a16="http://schemas.microsoft.com/office/drawing/2014/main" id="{1834375D-126B-49D3-98FC-CFBF6D4AB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5779" name="Content Placeholder 2">
            <a:extLst>
              <a:ext uri="{FF2B5EF4-FFF2-40B4-BE49-F238E27FC236}">
                <a16:creationId xmlns:a16="http://schemas.microsoft.com/office/drawing/2014/main" id="{DEEA10B2-BBA3-418B-99BA-D446E1826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5780" name="Slide Number Placeholder 3">
            <a:extLst>
              <a:ext uri="{FF2B5EF4-FFF2-40B4-BE49-F238E27FC236}">
                <a16:creationId xmlns:a16="http://schemas.microsoft.com/office/drawing/2014/main" id="{8BECBECB-4107-4C6A-A638-8F1001459A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A4CB57C-0AE0-439B-BF6C-229328A21D5A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75781" name="Picture 4">
            <a:extLst>
              <a:ext uri="{FF2B5EF4-FFF2-40B4-BE49-F238E27FC236}">
                <a16:creationId xmlns:a16="http://schemas.microsoft.com/office/drawing/2014/main" id="{3AF123A0-9B33-4501-A608-4EA130EFA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981075"/>
            <a:ext cx="8797925" cy="482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>
            <a:extLst>
              <a:ext uri="{FF2B5EF4-FFF2-40B4-BE49-F238E27FC236}">
                <a16:creationId xmlns:a16="http://schemas.microsoft.com/office/drawing/2014/main" id="{879DD31E-A4A9-495E-8189-86DCC9BF5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6803" name="Content Placeholder 2">
            <a:extLst>
              <a:ext uri="{FF2B5EF4-FFF2-40B4-BE49-F238E27FC236}">
                <a16:creationId xmlns:a16="http://schemas.microsoft.com/office/drawing/2014/main" id="{4F5663B7-529C-430B-A763-D41CEFFA1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0E4B07B9-86FC-46B8-92A7-E26C7EC428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D4FB51C-DE69-46E5-A84A-8BB8A3DA502D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76805" name="Picture 4">
            <a:extLst>
              <a:ext uri="{FF2B5EF4-FFF2-40B4-BE49-F238E27FC236}">
                <a16:creationId xmlns:a16="http://schemas.microsoft.com/office/drawing/2014/main" id="{787E2240-685D-424A-8436-DA2E23159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50" y="1585913"/>
            <a:ext cx="8564563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C707AEA9-1AEF-4F40-B869-EF19F5E73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7827" name="Content Placeholder 2">
            <a:extLst>
              <a:ext uri="{FF2B5EF4-FFF2-40B4-BE49-F238E27FC236}">
                <a16:creationId xmlns:a16="http://schemas.microsoft.com/office/drawing/2014/main" id="{07358E07-9E67-4C41-9CE7-14F297470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7828" name="Slide Number Placeholder 3">
            <a:extLst>
              <a:ext uri="{FF2B5EF4-FFF2-40B4-BE49-F238E27FC236}">
                <a16:creationId xmlns:a16="http://schemas.microsoft.com/office/drawing/2014/main" id="{CC08FE27-904E-4767-BF0B-21F394F6A6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9E260C2-E626-4593-B30B-B28ABB387266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77829" name="Picture 4">
            <a:extLst>
              <a:ext uri="{FF2B5EF4-FFF2-40B4-BE49-F238E27FC236}">
                <a16:creationId xmlns:a16="http://schemas.microsoft.com/office/drawing/2014/main" id="{9687BF08-0555-4A84-839F-87E7CCE79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698625"/>
            <a:ext cx="8866187" cy="417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>
            <a:extLst>
              <a:ext uri="{FF2B5EF4-FFF2-40B4-BE49-F238E27FC236}">
                <a16:creationId xmlns:a16="http://schemas.microsoft.com/office/drawing/2014/main" id="{082DC575-436F-4A25-B798-5D2C3F085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8851" name="Content Placeholder 2">
            <a:extLst>
              <a:ext uri="{FF2B5EF4-FFF2-40B4-BE49-F238E27FC236}">
                <a16:creationId xmlns:a16="http://schemas.microsoft.com/office/drawing/2014/main" id="{44624959-5EC6-40D2-9F8A-1A1CE7FA7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29FB3150-9046-44E4-9FB6-0535C0485F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C42EAFE-CAD5-455C-BBED-90AC5A0546E0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78853" name="Picture 4">
            <a:extLst>
              <a:ext uri="{FF2B5EF4-FFF2-40B4-BE49-F238E27FC236}">
                <a16:creationId xmlns:a16="http://schemas.microsoft.com/office/drawing/2014/main" id="{FB12261B-C90A-4FAE-B7B9-129CB6998F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25" y="631825"/>
            <a:ext cx="8845550" cy="561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>
            <a:extLst>
              <a:ext uri="{FF2B5EF4-FFF2-40B4-BE49-F238E27FC236}">
                <a16:creationId xmlns:a16="http://schemas.microsoft.com/office/drawing/2014/main" id="{146D20C3-AAB0-47C5-BC95-766B520C6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9875" name="Content Placeholder 2">
            <a:extLst>
              <a:ext uri="{FF2B5EF4-FFF2-40B4-BE49-F238E27FC236}">
                <a16:creationId xmlns:a16="http://schemas.microsoft.com/office/drawing/2014/main" id="{DC0AAE37-D26D-4CAD-AF09-FB6E39B77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9876" name="Slide Number Placeholder 3">
            <a:extLst>
              <a:ext uri="{FF2B5EF4-FFF2-40B4-BE49-F238E27FC236}">
                <a16:creationId xmlns:a16="http://schemas.microsoft.com/office/drawing/2014/main" id="{493F34CD-7CE0-4733-82B6-C6B6587163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BF9E05E-AF1F-4A66-A46D-4399B66E9FCD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79877" name="Picture 4">
            <a:extLst>
              <a:ext uri="{FF2B5EF4-FFF2-40B4-BE49-F238E27FC236}">
                <a16:creationId xmlns:a16="http://schemas.microsoft.com/office/drawing/2014/main" id="{B347813A-EACA-4A86-9BFD-729EC353A3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3" y="1412875"/>
            <a:ext cx="8943975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>
            <a:extLst>
              <a:ext uri="{FF2B5EF4-FFF2-40B4-BE49-F238E27FC236}">
                <a16:creationId xmlns:a16="http://schemas.microsoft.com/office/drawing/2014/main" id="{B74D77A1-D6C6-470F-B555-899F9DFC5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0899" name="Content Placeholder 2">
            <a:extLst>
              <a:ext uri="{FF2B5EF4-FFF2-40B4-BE49-F238E27FC236}">
                <a16:creationId xmlns:a16="http://schemas.microsoft.com/office/drawing/2014/main" id="{7242C71B-5C20-4D08-AEAB-E368B868B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0900" name="Slide Number Placeholder 3">
            <a:extLst>
              <a:ext uri="{FF2B5EF4-FFF2-40B4-BE49-F238E27FC236}">
                <a16:creationId xmlns:a16="http://schemas.microsoft.com/office/drawing/2014/main" id="{BAD8730D-AD21-4050-AE49-1F39C87AE0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F5E9D8B-148C-464E-A5B6-6F709F396881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70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80901" name="Picture 4">
            <a:extLst>
              <a:ext uri="{FF2B5EF4-FFF2-40B4-BE49-F238E27FC236}">
                <a16:creationId xmlns:a16="http://schemas.microsoft.com/office/drawing/2014/main" id="{E4CD7038-4FE2-4FA9-9312-728A020E0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25" y="1557338"/>
            <a:ext cx="9010650" cy="47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>
            <a:extLst>
              <a:ext uri="{FF2B5EF4-FFF2-40B4-BE49-F238E27FC236}">
                <a16:creationId xmlns:a16="http://schemas.microsoft.com/office/drawing/2014/main" id="{908BAEF9-F299-473B-91C3-7274219D4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1923" name="Content Placeholder 2">
            <a:extLst>
              <a:ext uri="{FF2B5EF4-FFF2-40B4-BE49-F238E27FC236}">
                <a16:creationId xmlns:a16="http://schemas.microsoft.com/office/drawing/2014/main" id="{0018721D-CEF0-4F16-9B91-E4786303C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1924" name="Slide Number Placeholder 3">
            <a:extLst>
              <a:ext uri="{FF2B5EF4-FFF2-40B4-BE49-F238E27FC236}">
                <a16:creationId xmlns:a16="http://schemas.microsoft.com/office/drawing/2014/main" id="{DC746D14-88D0-4510-B2DA-CC7E0E25F2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BA0A443-CBF4-4F34-85B1-E764593FD440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71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81925" name="Picture 4">
            <a:extLst>
              <a:ext uri="{FF2B5EF4-FFF2-40B4-BE49-F238E27FC236}">
                <a16:creationId xmlns:a16="http://schemas.microsoft.com/office/drawing/2014/main" id="{5E7630C5-D39B-448C-BDAF-FA24F8E704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" y="1557338"/>
            <a:ext cx="8829675" cy="488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>
            <a:extLst>
              <a:ext uri="{FF2B5EF4-FFF2-40B4-BE49-F238E27FC236}">
                <a16:creationId xmlns:a16="http://schemas.microsoft.com/office/drawing/2014/main" id="{B062B0D8-1735-42E5-84F7-960BB49B6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2947" name="Content Placeholder 2">
            <a:extLst>
              <a:ext uri="{FF2B5EF4-FFF2-40B4-BE49-F238E27FC236}">
                <a16:creationId xmlns:a16="http://schemas.microsoft.com/office/drawing/2014/main" id="{C74F4002-A161-4F37-802A-94DE2F5A7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2948" name="Slide Number Placeholder 3">
            <a:extLst>
              <a:ext uri="{FF2B5EF4-FFF2-40B4-BE49-F238E27FC236}">
                <a16:creationId xmlns:a16="http://schemas.microsoft.com/office/drawing/2014/main" id="{49E34F31-76E9-4C5A-8956-F41AB02561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1E5F6F0-C862-40E3-88DD-B7C5982150C0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72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82949" name="Picture 4">
            <a:extLst>
              <a:ext uri="{FF2B5EF4-FFF2-40B4-BE49-F238E27FC236}">
                <a16:creationId xmlns:a16="http://schemas.microsoft.com/office/drawing/2014/main" id="{AE120662-3F9E-46F7-8F7F-A161A1ECDD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981200"/>
            <a:ext cx="8821738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1">
            <a:extLst>
              <a:ext uri="{FF2B5EF4-FFF2-40B4-BE49-F238E27FC236}">
                <a16:creationId xmlns:a16="http://schemas.microsoft.com/office/drawing/2014/main" id="{41F7622D-F5E4-460A-B2CF-4B0C78B19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3971" name="Content Placeholder 2">
            <a:extLst>
              <a:ext uri="{FF2B5EF4-FFF2-40B4-BE49-F238E27FC236}">
                <a16:creationId xmlns:a16="http://schemas.microsoft.com/office/drawing/2014/main" id="{9802A170-1816-4D07-9998-A5336F67D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3972" name="Slide Number Placeholder 3">
            <a:extLst>
              <a:ext uri="{FF2B5EF4-FFF2-40B4-BE49-F238E27FC236}">
                <a16:creationId xmlns:a16="http://schemas.microsoft.com/office/drawing/2014/main" id="{C0311433-EAA7-4D9B-B6CC-B884C21FE1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C4BA9B1-D79C-4EB1-A64C-39F0FE7D6BC4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73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83973" name="Picture 4">
            <a:extLst>
              <a:ext uri="{FF2B5EF4-FFF2-40B4-BE49-F238E27FC236}">
                <a16:creationId xmlns:a16="http://schemas.microsoft.com/office/drawing/2014/main" id="{A21DF6D4-366E-4BBA-A518-4ACA2944B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981200"/>
            <a:ext cx="8958263" cy="405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F8A992F4-B0CD-446A-B976-B08DF80FB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4995" name="Content Placeholder 2">
            <a:extLst>
              <a:ext uri="{FF2B5EF4-FFF2-40B4-BE49-F238E27FC236}">
                <a16:creationId xmlns:a16="http://schemas.microsoft.com/office/drawing/2014/main" id="{F2B1A503-02C6-4D2C-B678-7ABB30A70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6F0B8A53-D196-47D1-BEDF-E1AA611750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340A0DE-4468-4B2E-86F5-21A924C4E928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74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84997" name="Picture 4">
            <a:extLst>
              <a:ext uri="{FF2B5EF4-FFF2-40B4-BE49-F238E27FC236}">
                <a16:creationId xmlns:a16="http://schemas.microsoft.com/office/drawing/2014/main" id="{A1171D00-6398-4599-B337-F0D52B724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8" y="2043113"/>
            <a:ext cx="8643937" cy="404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>
            <a:extLst>
              <a:ext uri="{FF2B5EF4-FFF2-40B4-BE49-F238E27FC236}">
                <a16:creationId xmlns:a16="http://schemas.microsoft.com/office/drawing/2014/main" id="{0D1AB013-2A95-4303-837C-7A5241441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6019" name="Content Placeholder 2">
            <a:extLst>
              <a:ext uri="{FF2B5EF4-FFF2-40B4-BE49-F238E27FC236}">
                <a16:creationId xmlns:a16="http://schemas.microsoft.com/office/drawing/2014/main" id="{BC447877-66DE-4FAA-8410-D44160157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6020" name="Slide Number Placeholder 3">
            <a:extLst>
              <a:ext uri="{FF2B5EF4-FFF2-40B4-BE49-F238E27FC236}">
                <a16:creationId xmlns:a16="http://schemas.microsoft.com/office/drawing/2014/main" id="{E8A8CDBC-345C-4F19-9C51-ECF97FDB5A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382F140-56E2-47BC-89B7-9954139137F4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75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86021" name="Picture 4">
            <a:extLst>
              <a:ext uri="{FF2B5EF4-FFF2-40B4-BE49-F238E27FC236}">
                <a16:creationId xmlns:a16="http://schemas.microsoft.com/office/drawing/2014/main" id="{B2ED0DE1-61B2-40F8-AA3C-C13702B4E3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566863"/>
            <a:ext cx="8423275" cy="474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>
            <a:extLst>
              <a:ext uri="{FF2B5EF4-FFF2-40B4-BE49-F238E27FC236}">
                <a16:creationId xmlns:a16="http://schemas.microsoft.com/office/drawing/2014/main" id="{5FAF5CEE-24C1-4A71-B22A-130381B11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7043" name="Content Placeholder 2">
            <a:extLst>
              <a:ext uri="{FF2B5EF4-FFF2-40B4-BE49-F238E27FC236}">
                <a16:creationId xmlns:a16="http://schemas.microsoft.com/office/drawing/2014/main" id="{FA609106-FFAB-482E-9399-5A639739A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7044" name="Slide Number Placeholder 3">
            <a:extLst>
              <a:ext uri="{FF2B5EF4-FFF2-40B4-BE49-F238E27FC236}">
                <a16:creationId xmlns:a16="http://schemas.microsoft.com/office/drawing/2014/main" id="{AB18B1D9-D423-4311-A7FA-34F44F7933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C99C3E8-5FDC-46EA-8421-B811F420CB63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76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87045" name="Picture 4">
            <a:extLst>
              <a:ext uri="{FF2B5EF4-FFF2-40B4-BE49-F238E27FC236}">
                <a16:creationId xmlns:a16="http://schemas.microsoft.com/office/drawing/2014/main" id="{90A8F64E-2AC6-4D42-BAB2-16591E914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3" y="1773238"/>
            <a:ext cx="8516937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>
            <a:extLst>
              <a:ext uri="{FF2B5EF4-FFF2-40B4-BE49-F238E27FC236}">
                <a16:creationId xmlns:a16="http://schemas.microsoft.com/office/drawing/2014/main" id="{691708F5-000D-4583-ADE0-3502F791E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8067" name="Content Placeholder 2">
            <a:extLst>
              <a:ext uri="{FF2B5EF4-FFF2-40B4-BE49-F238E27FC236}">
                <a16:creationId xmlns:a16="http://schemas.microsoft.com/office/drawing/2014/main" id="{3891ED80-7683-4072-8C02-87DA6DEF2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8068" name="Slide Number Placeholder 3">
            <a:extLst>
              <a:ext uri="{FF2B5EF4-FFF2-40B4-BE49-F238E27FC236}">
                <a16:creationId xmlns:a16="http://schemas.microsoft.com/office/drawing/2014/main" id="{8E92C6BD-C322-420A-B97D-F7D24E30A9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265DF37-5BBC-4C73-923D-7506CE1C6202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77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88069" name="Picture 4">
            <a:extLst>
              <a:ext uri="{FF2B5EF4-FFF2-40B4-BE49-F238E27FC236}">
                <a16:creationId xmlns:a16="http://schemas.microsoft.com/office/drawing/2014/main" id="{57196019-FD18-4A75-9D12-D7CBAD6DE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1844675"/>
            <a:ext cx="8915400" cy="441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itle 1">
            <a:extLst>
              <a:ext uri="{FF2B5EF4-FFF2-40B4-BE49-F238E27FC236}">
                <a16:creationId xmlns:a16="http://schemas.microsoft.com/office/drawing/2014/main" id="{60B84C88-2EDE-41B5-B4CD-CCEA9B9A2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9091" name="Content Placeholder 2">
            <a:extLst>
              <a:ext uri="{FF2B5EF4-FFF2-40B4-BE49-F238E27FC236}">
                <a16:creationId xmlns:a16="http://schemas.microsoft.com/office/drawing/2014/main" id="{A943A503-DCDA-47E4-97C1-B4C183E6B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9092" name="Slide Number Placeholder 3">
            <a:extLst>
              <a:ext uri="{FF2B5EF4-FFF2-40B4-BE49-F238E27FC236}">
                <a16:creationId xmlns:a16="http://schemas.microsoft.com/office/drawing/2014/main" id="{833C1FFD-E801-4659-ABFB-EB3933333C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E45AD4D-7BFD-44FC-A87E-6829CBEC8293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78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89093" name="Picture 4">
            <a:extLst>
              <a:ext uri="{FF2B5EF4-FFF2-40B4-BE49-F238E27FC236}">
                <a16:creationId xmlns:a16="http://schemas.microsoft.com/office/drawing/2014/main" id="{BE4F893D-5DDF-446C-AB2C-4DE39C3B51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38" y="1938338"/>
            <a:ext cx="8532812" cy="451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1">
            <a:extLst>
              <a:ext uri="{FF2B5EF4-FFF2-40B4-BE49-F238E27FC236}">
                <a16:creationId xmlns:a16="http://schemas.microsoft.com/office/drawing/2014/main" id="{E3F770AD-33B6-4470-A269-D2B11468D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0115" name="Content Placeholder 2">
            <a:extLst>
              <a:ext uri="{FF2B5EF4-FFF2-40B4-BE49-F238E27FC236}">
                <a16:creationId xmlns:a16="http://schemas.microsoft.com/office/drawing/2014/main" id="{9055E8C1-2053-4225-8A90-3026F6C3B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0116" name="Slide Number Placeholder 3">
            <a:extLst>
              <a:ext uri="{FF2B5EF4-FFF2-40B4-BE49-F238E27FC236}">
                <a16:creationId xmlns:a16="http://schemas.microsoft.com/office/drawing/2014/main" id="{A6511FB0-8BFA-4CC6-A68E-B7452004A7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00B629-B880-4ABF-A50A-D96E5DAB4F47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79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90117" name="Picture 4">
            <a:extLst>
              <a:ext uri="{FF2B5EF4-FFF2-40B4-BE49-F238E27FC236}">
                <a16:creationId xmlns:a16="http://schemas.microsoft.com/office/drawing/2014/main" id="{08DFE845-1780-415D-9085-466CC26C36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25" y="2147888"/>
            <a:ext cx="8809038" cy="387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>
            <a:extLst>
              <a:ext uri="{FF2B5EF4-FFF2-40B4-BE49-F238E27FC236}">
                <a16:creationId xmlns:a16="http://schemas.microsoft.com/office/drawing/2014/main" id="{C581250E-58A7-4621-9AD6-396A62BB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1139" name="Content Placeholder 2">
            <a:extLst>
              <a:ext uri="{FF2B5EF4-FFF2-40B4-BE49-F238E27FC236}">
                <a16:creationId xmlns:a16="http://schemas.microsoft.com/office/drawing/2014/main" id="{F48F31BD-4C95-4966-8D19-C994F25C8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1140" name="Slide Number Placeholder 3">
            <a:extLst>
              <a:ext uri="{FF2B5EF4-FFF2-40B4-BE49-F238E27FC236}">
                <a16:creationId xmlns:a16="http://schemas.microsoft.com/office/drawing/2014/main" id="{88760767-696C-4E42-9F02-9731362D1D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C470EF6-2F7D-4781-B259-B694673C531F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80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91141" name="Picture 4">
            <a:extLst>
              <a:ext uri="{FF2B5EF4-FFF2-40B4-BE49-F238E27FC236}">
                <a16:creationId xmlns:a16="http://schemas.microsoft.com/office/drawing/2014/main" id="{8216E531-6DBE-4E03-8FF3-2B0B58F3C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2147888"/>
            <a:ext cx="8559800" cy="371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>
            <a:extLst>
              <a:ext uri="{FF2B5EF4-FFF2-40B4-BE49-F238E27FC236}">
                <a16:creationId xmlns:a16="http://schemas.microsoft.com/office/drawing/2014/main" id="{20D3A070-77D9-4E31-85A7-F85FF1E11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2163" name="Content Placeholder 2">
            <a:extLst>
              <a:ext uri="{FF2B5EF4-FFF2-40B4-BE49-F238E27FC236}">
                <a16:creationId xmlns:a16="http://schemas.microsoft.com/office/drawing/2014/main" id="{98F747C0-4FB3-41A3-BB4A-414819695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2164" name="Slide Number Placeholder 3">
            <a:extLst>
              <a:ext uri="{FF2B5EF4-FFF2-40B4-BE49-F238E27FC236}">
                <a16:creationId xmlns:a16="http://schemas.microsoft.com/office/drawing/2014/main" id="{4315D4FA-9137-41B3-A60B-106881234C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2E8C9B8-D446-4319-A584-A63E4AE1E3FD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81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92165" name="Picture 4">
            <a:extLst>
              <a:ext uri="{FF2B5EF4-FFF2-40B4-BE49-F238E27FC236}">
                <a16:creationId xmlns:a16="http://schemas.microsoft.com/office/drawing/2014/main" id="{32563CE3-74C2-48DF-8D96-C53A7F762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3" y="1812925"/>
            <a:ext cx="8324850" cy="464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1">
            <a:extLst>
              <a:ext uri="{FF2B5EF4-FFF2-40B4-BE49-F238E27FC236}">
                <a16:creationId xmlns:a16="http://schemas.microsoft.com/office/drawing/2014/main" id="{20C49782-EDC1-45B4-91D8-9496F1C7E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3187" name="Content Placeholder 2">
            <a:extLst>
              <a:ext uri="{FF2B5EF4-FFF2-40B4-BE49-F238E27FC236}">
                <a16:creationId xmlns:a16="http://schemas.microsoft.com/office/drawing/2014/main" id="{B01ABA0A-E282-41C9-80E1-CEC472FFF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3188" name="Slide Number Placeholder 3">
            <a:extLst>
              <a:ext uri="{FF2B5EF4-FFF2-40B4-BE49-F238E27FC236}">
                <a16:creationId xmlns:a16="http://schemas.microsoft.com/office/drawing/2014/main" id="{823717AE-D46A-4E96-9580-E988203D02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72D633-C583-4697-85C9-8FD3C54ABEF2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82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93189" name="Picture 4">
            <a:extLst>
              <a:ext uri="{FF2B5EF4-FFF2-40B4-BE49-F238E27FC236}">
                <a16:creationId xmlns:a16="http://schemas.microsoft.com/office/drawing/2014/main" id="{B2C1837F-CE5D-4246-8399-B1F2D7AD4A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1960563"/>
            <a:ext cx="8423275" cy="434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>
            <a:extLst>
              <a:ext uri="{FF2B5EF4-FFF2-40B4-BE49-F238E27FC236}">
                <a16:creationId xmlns:a16="http://schemas.microsoft.com/office/drawing/2014/main" id="{5756D5C9-07CA-49F1-B564-31531FB1D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4211" name="Content Placeholder 2">
            <a:extLst>
              <a:ext uri="{FF2B5EF4-FFF2-40B4-BE49-F238E27FC236}">
                <a16:creationId xmlns:a16="http://schemas.microsoft.com/office/drawing/2014/main" id="{B9C29CBA-3CE0-4533-98B5-2B3BEECF9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4212" name="Slide Number Placeholder 3">
            <a:extLst>
              <a:ext uri="{FF2B5EF4-FFF2-40B4-BE49-F238E27FC236}">
                <a16:creationId xmlns:a16="http://schemas.microsoft.com/office/drawing/2014/main" id="{5FC81B37-54A0-48C4-9348-6F69FFACD9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98CB03-7CBA-4F9B-8518-D9B56FEF0874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83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94213" name="Picture 4">
            <a:extLst>
              <a:ext uri="{FF2B5EF4-FFF2-40B4-BE49-F238E27FC236}">
                <a16:creationId xmlns:a16="http://schemas.microsoft.com/office/drawing/2014/main" id="{2113A669-3B85-4ADB-BA99-DFD585ABA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989138"/>
            <a:ext cx="8794750" cy="431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>
            <a:extLst>
              <a:ext uri="{FF2B5EF4-FFF2-40B4-BE49-F238E27FC236}">
                <a16:creationId xmlns:a16="http://schemas.microsoft.com/office/drawing/2014/main" id="{C26F3D52-4605-4668-9698-3C143E28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5235" name="Content Placeholder 2">
            <a:extLst>
              <a:ext uri="{FF2B5EF4-FFF2-40B4-BE49-F238E27FC236}">
                <a16:creationId xmlns:a16="http://schemas.microsoft.com/office/drawing/2014/main" id="{3AD3CF21-CA53-4C68-B6AA-DF2E7FCA8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5236" name="Slide Number Placeholder 3">
            <a:extLst>
              <a:ext uri="{FF2B5EF4-FFF2-40B4-BE49-F238E27FC236}">
                <a16:creationId xmlns:a16="http://schemas.microsoft.com/office/drawing/2014/main" id="{577CFDDE-3F1C-4424-A7CA-DE1DC54456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F6CD536-181D-4FE4-A432-E1EBAFB3CEEA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84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95237" name="Text Box 3">
            <a:extLst>
              <a:ext uri="{FF2B5EF4-FFF2-40B4-BE49-F238E27FC236}">
                <a16:creationId xmlns:a16="http://schemas.microsoft.com/office/drawing/2014/main" id="{F84F6B8A-1713-4076-BC4F-59F5C8143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2781300"/>
            <a:ext cx="7162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From Decision Trees to Rules</a:t>
            </a: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Number Placeholder 2">
            <a:extLst>
              <a:ext uri="{FF2B5EF4-FFF2-40B4-BE49-F238E27FC236}">
                <a16:creationId xmlns:a16="http://schemas.microsoft.com/office/drawing/2014/main" id="{ABC1D6CD-31AF-4ACF-9096-9CF0D4F5A7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4C4ACAB-FCF7-4B76-AC1D-C859B0E9EC65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85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524290" name="Text Box 2">
            <a:extLst>
              <a:ext uri="{FF2B5EF4-FFF2-40B4-BE49-F238E27FC236}">
                <a16:creationId xmlns:a16="http://schemas.microsoft.com/office/drawing/2014/main" id="{832E61AB-395D-4C29-A053-3A2CE1A26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81000"/>
            <a:ext cx="716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400" b="1" u="sng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DECISION TREES</a:t>
            </a:r>
          </a:p>
        </p:txBody>
      </p:sp>
      <p:sp>
        <p:nvSpPr>
          <p:cNvPr id="96260" name="Text Box 3">
            <a:extLst>
              <a:ext uri="{FF2B5EF4-FFF2-40B4-BE49-F238E27FC236}">
                <a16:creationId xmlns:a16="http://schemas.microsoft.com/office/drawing/2014/main" id="{29034D3C-693B-409F-898B-A1CD9FCFB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" y="1063625"/>
            <a:ext cx="7162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From Decision Trees to Rules</a:t>
            </a: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6261" name="Group 6">
            <a:extLst>
              <a:ext uri="{FF2B5EF4-FFF2-40B4-BE49-F238E27FC236}">
                <a16:creationId xmlns:a16="http://schemas.microsoft.com/office/drawing/2014/main" id="{D634C3D2-EEA7-4EEE-AD88-D695D28C3FC2}"/>
              </a:ext>
            </a:extLst>
          </p:cNvPr>
          <p:cNvGrpSpPr>
            <a:grpSpLocks/>
          </p:cNvGrpSpPr>
          <p:nvPr/>
        </p:nvGrpSpPr>
        <p:grpSpPr bwMode="auto">
          <a:xfrm>
            <a:off x="2355850" y="2017713"/>
            <a:ext cx="6248400" cy="4724400"/>
            <a:chOff x="1800" y="1620"/>
            <a:chExt cx="6480" cy="4860"/>
          </a:xfrm>
        </p:grpSpPr>
        <p:grpSp>
          <p:nvGrpSpPr>
            <p:cNvPr id="96262" name="Group 7">
              <a:extLst>
                <a:ext uri="{FF2B5EF4-FFF2-40B4-BE49-F238E27FC236}">
                  <a16:creationId xmlns:a16="http://schemas.microsoft.com/office/drawing/2014/main" id="{B55F64A1-576E-48D9-8D3C-1E18938311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00" y="1620"/>
              <a:ext cx="6120" cy="4275"/>
              <a:chOff x="1800" y="1620"/>
              <a:chExt cx="6120" cy="4275"/>
            </a:xfrm>
          </p:grpSpPr>
          <p:grpSp>
            <p:nvGrpSpPr>
              <p:cNvPr id="96267" name="Group 8">
                <a:extLst>
                  <a:ext uri="{FF2B5EF4-FFF2-40B4-BE49-F238E27FC236}">
                    <a16:creationId xmlns:a16="http://schemas.microsoft.com/office/drawing/2014/main" id="{6D87F283-5804-41A8-BB85-792AB1F24A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20" y="1620"/>
                <a:ext cx="5400" cy="3420"/>
                <a:chOff x="2520" y="1620"/>
                <a:chExt cx="5400" cy="3420"/>
              </a:xfrm>
            </p:grpSpPr>
            <p:grpSp>
              <p:nvGrpSpPr>
                <p:cNvPr id="96272" name="Group 9">
                  <a:extLst>
                    <a:ext uri="{FF2B5EF4-FFF2-40B4-BE49-F238E27FC236}">
                      <a16:creationId xmlns:a16="http://schemas.microsoft.com/office/drawing/2014/main" id="{E4CD8225-51D3-4D92-850A-B272C93C02E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20" y="1620"/>
                  <a:ext cx="4500" cy="1620"/>
                  <a:chOff x="3420" y="2160"/>
                  <a:chExt cx="4500" cy="1620"/>
                </a:xfrm>
              </p:grpSpPr>
              <p:sp>
                <p:nvSpPr>
                  <p:cNvPr id="96280" name="Oval 10">
                    <a:extLst>
                      <a:ext uri="{FF2B5EF4-FFF2-40B4-BE49-F238E27FC236}">
                        <a16:creationId xmlns:a16="http://schemas.microsoft.com/office/drawing/2014/main" id="{28E57F9C-7EA5-4096-A8EB-130BB8685F4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60" y="2160"/>
                    <a:ext cx="1800" cy="72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bg2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¨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bg2"/>
                      </a:buClr>
                      <a:buSzPct val="6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¨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/>
                  </a:p>
                </p:txBody>
              </p:sp>
              <p:sp>
                <p:nvSpPr>
                  <p:cNvPr id="96281" name="Text Box 11">
                    <a:extLst>
                      <a:ext uri="{FF2B5EF4-FFF2-40B4-BE49-F238E27FC236}">
                        <a16:creationId xmlns:a16="http://schemas.microsoft.com/office/drawing/2014/main" id="{BC6CAE1B-9546-401C-A455-3C9121C91D7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355" y="2310"/>
                    <a:ext cx="900" cy="36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bg2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¨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bg2"/>
                      </a:buClr>
                      <a:buSzPct val="6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¨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200">
                        <a:cs typeface="Arial" panose="020B0604020202020204" pitchFamily="34" charset="0"/>
                      </a:rPr>
                      <a:t>Hair</a:t>
                    </a:r>
                    <a:endParaRPr lang="en-US" altLang="en-US" sz="1800"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6282" name="Text Box 12">
                    <a:extLst>
                      <a:ext uri="{FF2B5EF4-FFF2-40B4-BE49-F238E27FC236}">
                        <a16:creationId xmlns:a16="http://schemas.microsoft.com/office/drawing/2014/main" id="{D2A6430F-8CD2-4F93-8B98-6F3364FF52C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20" y="2880"/>
                    <a:ext cx="1080" cy="36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bg2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¨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bg2"/>
                      </a:buClr>
                      <a:buSzPct val="6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¨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200">
                        <a:cs typeface="Arial" panose="020B0604020202020204" pitchFamily="34" charset="0"/>
                      </a:rPr>
                      <a:t>Blonde</a:t>
                    </a:r>
                    <a:endParaRPr lang="en-US" altLang="en-US" sz="1800"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6283" name="Text Box 13">
                    <a:extLst>
                      <a:ext uri="{FF2B5EF4-FFF2-40B4-BE49-F238E27FC236}">
                        <a16:creationId xmlns:a16="http://schemas.microsoft.com/office/drawing/2014/main" id="{A5BAA8A8-2313-499C-BA9A-993E59C18CF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840" y="2880"/>
                    <a:ext cx="1080" cy="36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bg2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¨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bg2"/>
                      </a:buClr>
                      <a:buSzPct val="6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¨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200">
                        <a:cs typeface="Arial" panose="020B0604020202020204" pitchFamily="34" charset="0"/>
                      </a:rPr>
                      <a:t>Brown</a:t>
                    </a:r>
                    <a:endParaRPr lang="en-US" altLang="en-US" sz="1800"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6284" name="Text Box 14">
                    <a:extLst>
                      <a:ext uri="{FF2B5EF4-FFF2-40B4-BE49-F238E27FC236}">
                        <a16:creationId xmlns:a16="http://schemas.microsoft.com/office/drawing/2014/main" id="{5B12CFD5-3E08-4B87-B396-7E5504057B5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920" y="3240"/>
                    <a:ext cx="720" cy="36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bg2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¨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bg2"/>
                      </a:buClr>
                      <a:buSzPct val="6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¨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200">
                        <a:cs typeface="Arial" panose="020B0604020202020204" pitchFamily="34" charset="0"/>
                      </a:rPr>
                      <a:t>Red</a:t>
                    </a:r>
                    <a:endParaRPr lang="en-US" altLang="en-US" sz="1800"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6285" name="Line 15">
                    <a:extLst>
                      <a:ext uri="{FF2B5EF4-FFF2-40B4-BE49-F238E27FC236}">
                        <a16:creationId xmlns:a16="http://schemas.microsoft.com/office/drawing/2014/main" id="{D1FFC3C7-EADF-48C6-AEAA-A30F64F0D7A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60" y="2880"/>
                    <a:ext cx="0" cy="90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96286" name="Line 16">
                    <a:extLst>
                      <a:ext uri="{FF2B5EF4-FFF2-40B4-BE49-F238E27FC236}">
                        <a16:creationId xmlns:a16="http://schemas.microsoft.com/office/drawing/2014/main" id="{F1447E15-A200-40E7-9C83-B967FBE6EBE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320" y="2880"/>
                    <a:ext cx="900" cy="72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96287" name="Line 17">
                    <a:extLst>
                      <a:ext uri="{FF2B5EF4-FFF2-40B4-BE49-F238E27FC236}">
                        <a16:creationId xmlns:a16="http://schemas.microsoft.com/office/drawing/2014/main" id="{1F97218D-E4AC-4C6E-83BD-BBD03D7C55E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315" y="2895"/>
                    <a:ext cx="720" cy="72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96273" name="Group 18">
                  <a:extLst>
                    <a:ext uri="{FF2B5EF4-FFF2-40B4-BE49-F238E27FC236}">
                      <a16:creationId xmlns:a16="http://schemas.microsoft.com/office/drawing/2014/main" id="{7A2B7AAA-456C-407A-8FEA-48AA26A32E7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70" y="3180"/>
                  <a:ext cx="1800" cy="720"/>
                  <a:chOff x="5040" y="3960"/>
                  <a:chExt cx="1800" cy="720"/>
                </a:xfrm>
              </p:grpSpPr>
              <p:sp>
                <p:nvSpPr>
                  <p:cNvPr id="96278" name="Oval 19">
                    <a:extLst>
                      <a:ext uri="{FF2B5EF4-FFF2-40B4-BE49-F238E27FC236}">
                        <a16:creationId xmlns:a16="http://schemas.microsoft.com/office/drawing/2014/main" id="{97B77DF1-14DC-4F78-9F78-2902FB6DBB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40" y="3960"/>
                    <a:ext cx="1800" cy="72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bg2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¨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bg2"/>
                      </a:buClr>
                      <a:buSzPct val="6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¨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/>
                  </a:p>
                </p:txBody>
              </p:sp>
              <p:sp>
                <p:nvSpPr>
                  <p:cNvPr id="96279" name="Text Box 20">
                    <a:extLst>
                      <a:ext uri="{FF2B5EF4-FFF2-40B4-BE49-F238E27FC236}">
                        <a16:creationId xmlns:a16="http://schemas.microsoft.com/office/drawing/2014/main" id="{561B803F-42FE-4DEC-8E19-120985B4503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160" y="4080"/>
                    <a:ext cx="1620" cy="54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bg2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¨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bg2"/>
                      </a:buClr>
                      <a:buSzPct val="6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anose="05000000000000000000" pitchFamily="2" charset="2"/>
                      <a:buChar char="¨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200">
                        <a:cs typeface="Arial" panose="020B0604020202020204" pitchFamily="34" charset="0"/>
                      </a:rPr>
                      <a:t>Lotion Used</a:t>
                    </a:r>
                    <a:endParaRPr lang="en-US" altLang="en-US" sz="1800"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96274" name="Line 21">
                  <a:extLst>
                    <a:ext uri="{FF2B5EF4-FFF2-40B4-BE49-F238E27FC236}">
                      <a16:creationId xmlns:a16="http://schemas.microsoft.com/office/drawing/2014/main" id="{8458EF4E-95FD-44F3-A011-3D7AC6EBF4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520" y="3960"/>
                  <a:ext cx="1080" cy="108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275" name="Line 22">
                  <a:extLst>
                    <a:ext uri="{FF2B5EF4-FFF2-40B4-BE49-F238E27FC236}">
                      <a16:creationId xmlns:a16="http://schemas.microsoft.com/office/drawing/2014/main" id="{D5D7DEF9-EC27-4028-B5E7-A7CB894DA5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00" y="3960"/>
                  <a:ext cx="900" cy="108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276" name="Text Box 23">
                  <a:extLst>
                    <a:ext uri="{FF2B5EF4-FFF2-40B4-BE49-F238E27FC236}">
                      <a16:creationId xmlns:a16="http://schemas.microsoft.com/office/drawing/2014/main" id="{9F552503-F8F0-4948-B8A6-2C30ABF6FD0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70" y="4215"/>
                  <a:ext cx="720" cy="3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cs typeface="Arial" panose="020B0604020202020204" pitchFamily="34" charset="0"/>
                    </a:rPr>
                    <a:t>Yes</a:t>
                  </a:r>
                  <a:endParaRPr lang="en-US" altLang="en-US" sz="18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6277" name="Text Box 24">
                  <a:extLst>
                    <a:ext uri="{FF2B5EF4-FFF2-40B4-BE49-F238E27FC236}">
                      <a16:creationId xmlns:a16="http://schemas.microsoft.com/office/drawing/2014/main" id="{CEFD405E-6FED-4406-932D-6BC93A31B93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65" y="4140"/>
                  <a:ext cx="660" cy="3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>
                      <a:cs typeface="Arial" panose="020B0604020202020204" pitchFamily="34" charset="0"/>
                    </a:rPr>
                    <a:t>No</a:t>
                  </a:r>
                  <a:endParaRPr lang="en-US" altLang="en-US" sz="1800"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96268" name="Text Box 25">
                <a:extLst>
                  <a:ext uri="{FF2B5EF4-FFF2-40B4-BE49-F238E27FC236}">
                    <a16:creationId xmlns:a16="http://schemas.microsoft.com/office/drawing/2014/main" id="{5610EC26-A5DE-4919-A26A-3DDBE1B0C5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0" y="3360"/>
                <a:ext cx="1620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1" eaLnBrk="1" hangingPunct="1">
                  <a:spcBef>
                    <a:spcPct val="0"/>
                  </a:spcBef>
                  <a:buClrTx/>
                  <a:buSzTx/>
                  <a:buFont typeface="Symbol" panose="05050102010706020507" pitchFamily="18" charset="2"/>
                  <a:buChar char="·"/>
                </a:pPr>
                <a:r>
                  <a:rPr lang="en-US" altLang="en-US" sz="1200">
                    <a:cs typeface="Arial" panose="020B0604020202020204" pitchFamily="34" charset="0"/>
                  </a:rPr>
                  <a:t>Emily</a:t>
                </a: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sp>
            <p:nvSpPr>
              <p:cNvPr id="96269" name="Text Box 26">
                <a:extLst>
                  <a:ext uri="{FF2B5EF4-FFF2-40B4-BE49-F238E27FC236}">
                    <a16:creationId xmlns:a16="http://schemas.microsoft.com/office/drawing/2014/main" id="{E0AC632B-D1C5-405F-AE4B-D1F43A02D0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00" y="5175"/>
                <a:ext cx="1620" cy="7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1" eaLnBrk="1" hangingPunct="1">
                  <a:spcBef>
                    <a:spcPct val="0"/>
                  </a:spcBef>
                  <a:buClrTx/>
                  <a:buSzTx/>
                  <a:buFont typeface="Symbol" panose="05050102010706020507" pitchFamily="18" charset="2"/>
                  <a:buChar char="·"/>
                </a:pPr>
                <a:r>
                  <a:rPr lang="en-US" altLang="en-US" sz="1200">
                    <a:cs typeface="Arial" panose="020B0604020202020204" pitchFamily="34" charset="0"/>
                  </a:rPr>
                  <a:t>Sarah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 typeface="Symbol" panose="05050102010706020507" pitchFamily="18" charset="2"/>
                  <a:buChar char="·"/>
                </a:pPr>
                <a:r>
                  <a:rPr lang="en-US" altLang="en-US" sz="1200">
                    <a:cs typeface="Arial" panose="020B0604020202020204" pitchFamily="34" charset="0"/>
                  </a:rPr>
                  <a:t>Annie</a:t>
                </a: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sp>
            <p:nvSpPr>
              <p:cNvPr id="96270" name="Text Box 27">
                <a:extLst>
                  <a:ext uri="{FF2B5EF4-FFF2-40B4-BE49-F238E27FC236}">
                    <a16:creationId xmlns:a16="http://schemas.microsoft.com/office/drawing/2014/main" id="{68143F16-554D-44B5-93C6-195530F127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20" y="5160"/>
                <a:ext cx="900" cy="7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>
                    <a:cs typeface="Arial" panose="020B0604020202020204" pitchFamily="34" charset="0"/>
                  </a:rPr>
                  <a:t>Dana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>
                    <a:cs typeface="Arial" panose="020B0604020202020204" pitchFamily="34" charset="0"/>
                  </a:rPr>
                  <a:t>Katie</a:t>
                </a: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sp>
            <p:nvSpPr>
              <p:cNvPr id="96271" name="Text Box 28">
                <a:extLst>
                  <a:ext uri="{FF2B5EF4-FFF2-40B4-BE49-F238E27FC236}">
                    <a16:creationId xmlns:a16="http://schemas.microsoft.com/office/drawing/2014/main" id="{C662744F-A879-42CD-9210-1420830874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20" y="3240"/>
                <a:ext cx="900" cy="10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>
                    <a:cs typeface="Arial" panose="020B0604020202020204" pitchFamily="34" charset="0"/>
                  </a:rPr>
                  <a:t>Alex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>
                    <a:cs typeface="Arial" panose="020B0604020202020204" pitchFamily="34" charset="0"/>
                  </a:rPr>
                  <a:t>Pete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>
                    <a:cs typeface="Arial" panose="020B0604020202020204" pitchFamily="34" charset="0"/>
                  </a:rPr>
                  <a:t>John</a:t>
                </a:r>
                <a:endParaRPr lang="en-US" altLang="en-US" sz="1800">
                  <a:cs typeface="Arial" panose="020B0604020202020204" pitchFamily="34" charset="0"/>
                </a:endParaRPr>
              </a:p>
            </p:txBody>
          </p:sp>
        </p:grpSp>
        <p:sp>
          <p:nvSpPr>
            <p:cNvPr id="96263" name="Text Box 29">
              <a:extLst>
                <a:ext uri="{FF2B5EF4-FFF2-40B4-BE49-F238E27FC236}">
                  <a16:creationId xmlns:a16="http://schemas.microsoft.com/office/drawing/2014/main" id="{4F2E171D-6FB4-48C7-8C49-0488F8BDF2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5" y="5940"/>
              <a:ext cx="1260" cy="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solidFill>
                    <a:srgbClr val="3366FF"/>
                  </a:solidFill>
                  <a:cs typeface="Arial" panose="020B0604020202020204" pitchFamily="34" charset="0"/>
                </a:rPr>
                <a:t>Sun burn</a:t>
              </a:r>
              <a:endParaRPr lang="en-US" altLang="en-US" sz="1800">
                <a:cs typeface="Arial" panose="020B0604020202020204" pitchFamily="34" charset="0"/>
              </a:endParaRPr>
            </a:p>
          </p:txBody>
        </p:sp>
        <p:sp>
          <p:nvSpPr>
            <p:cNvPr id="96264" name="Text Box 30">
              <a:extLst>
                <a:ext uri="{FF2B5EF4-FFF2-40B4-BE49-F238E27FC236}">
                  <a16:creationId xmlns:a16="http://schemas.microsoft.com/office/drawing/2014/main" id="{02DDC5AA-41AD-4F9F-B4C3-F25F99A9C1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5" y="3705"/>
              <a:ext cx="1260" cy="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solidFill>
                    <a:srgbClr val="3366FF"/>
                  </a:solidFill>
                  <a:cs typeface="Arial" panose="020B0604020202020204" pitchFamily="34" charset="0"/>
                </a:rPr>
                <a:t>Sun burn</a:t>
              </a:r>
              <a:endParaRPr lang="en-US" altLang="en-US" sz="1800">
                <a:cs typeface="Arial" panose="020B0604020202020204" pitchFamily="34" charset="0"/>
              </a:endParaRPr>
            </a:p>
          </p:txBody>
        </p:sp>
        <p:sp>
          <p:nvSpPr>
            <p:cNvPr id="96265" name="Text Box 31">
              <a:extLst>
                <a:ext uri="{FF2B5EF4-FFF2-40B4-BE49-F238E27FC236}">
                  <a16:creationId xmlns:a16="http://schemas.microsoft.com/office/drawing/2014/main" id="{AC1A8B62-535E-4BC9-B329-98F488DADF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0" y="5940"/>
              <a:ext cx="1620" cy="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solidFill>
                    <a:srgbClr val="993366"/>
                  </a:solidFill>
                  <a:cs typeface="Arial" panose="020B0604020202020204" pitchFamily="34" charset="0"/>
                </a:rPr>
                <a:t>No Sun burn</a:t>
              </a:r>
              <a:endParaRPr lang="en-US" altLang="en-US" sz="1800">
                <a:cs typeface="Arial" panose="020B0604020202020204" pitchFamily="34" charset="0"/>
              </a:endParaRPr>
            </a:p>
          </p:txBody>
        </p:sp>
        <p:sp>
          <p:nvSpPr>
            <p:cNvPr id="96266" name="Text Box 32">
              <a:extLst>
                <a:ext uri="{FF2B5EF4-FFF2-40B4-BE49-F238E27FC236}">
                  <a16:creationId xmlns:a16="http://schemas.microsoft.com/office/drawing/2014/main" id="{F2B9567B-1CCF-4435-BA34-CA49974FDD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0" y="4320"/>
              <a:ext cx="1620" cy="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solidFill>
                    <a:srgbClr val="993366"/>
                  </a:solidFill>
                  <a:cs typeface="Arial" panose="020B0604020202020204" pitchFamily="34" charset="0"/>
                </a:rPr>
                <a:t>No Sun burn</a:t>
              </a:r>
              <a:endParaRPr lang="en-US" altLang="en-US" sz="1800"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Number Placeholder 2">
            <a:extLst>
              <a:ext uri="{FF2B5EF4-FFF2-40B4-BE49-F238E27FC236}">
                <a16:creationId xmlns:a16="http://schemas.microsoft.com/office/drawing/2014/main" id="{9BAC170F-9375-43B3-83EB-1DBD8BCA23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B3AC3F7-4D5B-4C4E-8A36-1EB1A7E1308C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86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477186" name="Text Box 1026">
            <a:extLst>
              <a:ext uri="{FF2B5EF4-FFF2-40B4-BE49-F238E27FC236}">
                <a16:creationId xmlns:a16="http://schemas.microsoft.com/office/drawing/2014/main" id="{99A292D4-4C2A-40EA-95BD-E098A99F5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81000"/>
            <a:ext cx="716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400" b="1" u="sng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IDENTIFICATION TREES</a:t>
            </a:r>
          </a:p>
        </p:txBody>
      </p:sp>
      <p:sp>
        <p:nvSpPr>
          <p:cNvPr id="98308" name="Text Box 1027">
            <a:extLst>
              <a:ext uri="{FF2B5EF4-FFF2-40B4-BE49-F238E27FC236}">
                <a16:creationId xmlns:a16="http://schemas.microsoft.com/office/drawing/2014/main" id="{386A8A7B-F07A-4BF1-83BF-918038FA5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143000"/>
            <a:ext cx="7162800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From Decision Trees to Rules</a:t>
            </a: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Step 3: Make rules from the identification tree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For our example we have: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If 	the person’s hair is blonde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and 	the person uses lotion 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then 	the person is not sunburned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If	the person’s hair is blonde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and 	the person uses no lotion 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then 	the person is sunburned</a:t>
            </a:r>
          </a:p>
        </p:txBody>
      </p:sp>
      <p:graphicFrame>
        <p:nvGraphicFramePr>
          <p:cNvPr id="98309" name="Object 2048">
            <a:extLst>
              <a:ext uri="{FF2B5EF4-FFF2-40B4-BE49-F238E27FC236}">
                <a16:creationId xmlns:a16="http://schemas.microsoft.com/office/drawing/2014/main" id="{C889B2CE-E9CF-4EF6-A485-C9E267E41E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2514600"/>
          <a:ext cx="2667000" cy="188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2152951" imgH="1523810" progId="Paint.Picture">
                  <p:embed/>
                </p:oleObj>
              </mc:Choice>
              <mc:Fallback>
                <p:oleObj name="Bitmap Image" r:id="rId3" imgW="2152951" imgH="1523810" progId="Paint.Picture">
                  <p:embed/>
                  <p:pic>
                    <p:nvPicPr>
                      <p:cNvPr id="0" name="Object 2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2514600"/>
                        <a:ext cx="2667000" cy="188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10" name="Object 2049">
            <a:extLst>
              <a:ext uri="{FF2B5EF4-FFF2-40B4-BE49-F238E27FC236}">
                <a16:creationId xmlns:a16="http://schemas.microsoft.com/office/drawing/2014/main" id="{20456833-94E3-4314-A1AE-E0BE2EDA40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4495800"/>
          <a:ext cx="2590800" cy="203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5" imgW="1247619" imgH="980952" progId="Paint.Picture">
                  <p:embed/>
                </p:oleObj>
              </mc:Choice>
              <mc:Fallback>
                <p:oleObj name="Bitmap Image" r:id="rId5" imgW="1247619" imgH="980952" progId="Paint.Picture">
                  <p:embed/>
                  <p:pic>
                    <p:nvPicPr>
                      <p:cNvPr id="0" name="Object 20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495800"/>
                        <a:ext cx="2590800" cy="203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Number Placeholder 2">
            <a:extLst>
              <a:ext uri="{FF2B5EF4-FFF2-40B4-BE49-F238E27FC236}">
                <a16:creationId xmlns:a16="http://schemas.microsoft.com/office/drawing/2014/main" id="{79555213-F523-431B-95B8-FA5BE430C8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13FB6A8-BABE-4CAE-9205-D2DACCBF41DB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87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479234" name="Text Box 1026">
            <a:extLst>
              <a:ext uri="{FF2B5EF4-FFF2-40B4-BE49-F238E27FC236}">
                <a16:creationId xmlns:a16="http://schemas.microsoft.com/office/drawing/2014/main" id="{646A1F02-5315-47A5-BC3C-420D8C20B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81000"/>
            <a:ext cx="716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400" b="1" u="sng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IDENTIFICATION TREES</a:t>
            </a:r>
          </a:p>
        </p:txBody>
      </p:sp>
      <p:sp>
        <p:nvSpPr>
          <p:cNvPr id="100356" name="Text Box 1027">
            <a:extLst>
              <a:ext uri="{FF2B5EF4-FFF2-40B4-BE49-F238E27FC236}">
                <a16:creationId xmlns:a16="http://schemas.microsoft.com/office/drawing/2014/main" id="{28CA61F6-C848-4383-9F67-D26F18368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143000"/>
            <a:ext cx="8153400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From Decision Trees to Rules</a:t>
            </a: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Step 3: Make rules from the identification tree 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For our example we have: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If 	the person’s hair is red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then 	the person is sunburned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If 	the person’s hair is brown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then 	the person is not sunburned</a:t>
            </a:r>
          </a:p>
        </p:txBody>
      </p:sp>
      <p:graphicFrame>
        <p:nvGraphicFramePr>
          <p:cNvPr id="100357" name="Object 1024">
            <a:extLst>
              <a:ext uri="{FF2B5EF4-FFF2-40B4-BE49-F238E27FC236}">
                <a16:creationId xmlns:a16="http://schemas.microsoft.com/office/drawing/2014/main" id="{8D9C3DA5-06E3-465B-BD47-3E11D19A6E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2514600"/>
          <a:ext cx="2667000" cy="188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2152951" imgH="1523810" progId="Paint.Picture">
                  <p:embed/>
                </p:oleObj>
              </mc:Choice>
              <mc:Fallback>
                <p:oleObj name="Bitmap Image" r:id="rId3" imgW="2152951" imgH="1523810" progId="Paint.Picture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2514600"/>
                        <a:ext cx="2667000" cy="188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8" name="Object 1025">
            <a:extLst>
              <a:ext uri="{FF2B5EF4-FFF2-40B4-BE49-F238E27FC236}">
                <a16:creationId xmlns:a16="http://schemas.microsoft.com/office/drawing/2014/main" id="{91DF0F8C-5B62-4ED8-850C-71435C07DC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4495800"/>
          <a:ext cx="2590800" cy="203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5" imgW="1247619" imgH="980952" progId="Paint.Picture">
                  <p:embed/>
                </p:oleObj>
              </mc:Choice>
              <mc:Fallback>
                <p:oleObj name="Bitmap Image" r:id="rId5" imgW="1247619" imgH="980952" progId="Paint.Picture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495800"/>
                        <a:ext cx="2590800" cy="203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Number Placeholder 2">
            <a:extLst>
              <a:ext uri="{FF2B5EF4-FFF2-40B4-BE49-F238E27FC236}">
                <a16:creationId xmlns:a16="http://schemas.microsoft.com/office/drawing/2014/main" id="{9FCAF981-1934-4F25-A73A-0616865DC8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9F6A766-7AA4-4D03-9454-3BD35B8DA2A9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88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473090" name="Text Box 2">
            <a:extLst>
              <a:ext uri="{FF2B5EF4-FFF2-40B4-BE49-F238E27FC236}">
                <a16:creationId xmlns:a16="http://schemas.microsoft.com/office/drawing/2014/main" id="{BC06CE11-092E-485C-8B36-EB92152CBD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81000"/>
            <a:ext cx="716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400" b="1" u="sng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IDENTIFICATION TREES</a:t>
            </a:r>
          </a:p>
        </p:txBody>
      </p:sp>
      <p:sp>
        <p:nvSpPr>
          <p:cNvPr id="102404" name="Text Box 3">
            <a:extLst>
              <a:ext uri="{FF2B5EF4-FFF2-40B4-BE49-F238E27FC236}">
                <a16:creationId xmlns:a16="http://schemas.microsoft.com/office/drawing/2014/main" id="{B3A74D80-49E4-4E1D-8FCD-81B7CED0DF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143000"/>
            <a:ext cx="8153400" cy="526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From Decision Trees to Rules</a:t>
            </a: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Step 4: Optimize the rules (prune the antecedents)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To simplify a rule, you ask whether any of the antecedents can be eliminated without changing what the rule does on the samples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hair is blonde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person uses lotion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no sunburn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If we eliminate the 1</a:t>
            </a:r>
            <a:r>
              <a:rPr lang="en-US" altLang="en-US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antecedent, and check the rule over the whole database, we find that there are no misclassifications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Hence we can drop this antecedent as unnecessary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Number Placeholder 2">
            <a:extLst>
              <a:ext uri="{FF2B5EF4-FFF2-40B4-BE49-F238E27FC236}">
                <a16:creationId xmlns:a16="http://schemas.microsoft.com/office/drawing/2014/main" id="{E40110F9-9A73-4587-B403-FDB34484FB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3FB1D9D-37CD-4402-B2C5-3C6884DB4676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89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499714" name="Text Box 1026">
            <a:extLst>
              <a:ext uri="{FF2B5EF4-FFF2-40B4-BE49-F238E27FC236}">
                <a16:creationId xmlns:a16="http://schemas.microsoft.com/office/drawing/2014/main" id="{B1F85D75-8EF0-4579-B864-866186983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81000"/>
            <a:ext cx="716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400" b="1" u="sng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IDENTIFICATION TREES</a:t>
            </a:r>
          </a:p>
        </p:txBody>
      </p:sp>
      <p:sp>
        <p:nvSpPr>
          <p:cNvPr id="104452" name="Text Box 1027">
            <a:extLst>
              <a:ext uri="{FF2B5EF4-FFF2-40B4-BE49-F238E27FC236}">
                <a16:creationId xmlns:a16="http://schemas.microsoft.com/office/drawing/2014/main" id="{0E8F5EA6-1F99-424E-88CE-172FBF19F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143000"/>
            <a:ext cx="8153400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From Decision Trees to Rules</a:t>
            </a: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Step 4: Optimize the rules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(prune the antecedents)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hair is blonde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person uses lotion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no sunburn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If we eliminate the 1</a:t>
            </a:r>
            <a:r>
              <a:rPr lang="en-US" altLang="en-US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antecedent, and check the rule over the whole database, we find that there are no misclassifications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Hence we can drop this antecedent as unnecessary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Number Placeholder 2">
            <a:extLst>
              <a:ext uri="{FF2B5EF4-FFF2-40B4-BE49-F238E27FC236}">
                <a16:creationId xmlns:a16="http://schemas.microsoft.com/office/drawing/2014/main" id="{7E3B2AFC-C312-40C1-A2B0-CE847789E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DDBB34A-64D2-40AC-9F9B-075E88602657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90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475138" name="Text Box 1026">
            <a:extLst>
              <a:ext uri="{FF2B5EF4-FFF2-40B4-BE49-F238E27FC236}">
                <a16:creationId xmlns:a16="http://schemas.microsoft.com/office/drawing/2014/main" id="{BA1A6477-3057-4C12-8051-83B401323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81000"/>
            <a:ext cx="716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400" b="1" u="sng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IDENTIFICATION TREES</a:t>
            </a:r>
          </a:p>
        </p:txBody>
      </p:sp>
      <p:sp>
        <p:nvSpPr>
          <p:cNvPr id="106500" name="Text Box 1027">
            <a:extLst>
              <a:ext uri="{FF2B5EF4-FFF2-40B4-BE49-F238E27FC236}">
                <a16:creationId xmlns:a16="http://schemas.microsoft.com/office/drawing/2014/main" id="{9C4FBE8F-9D25-435E-85F8-7C418A26A8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143000"/>
            <a:ext cx="8153400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From Decision Trees to Rules</a:t>
            </a: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Step 4: Optimize the rules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(prune the antecedents)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hair is blonde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person uses lotion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no sunburn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If we eliminate the 2</a:t>
            </a:r>
            <a:r>
              <a:rPr lang="en-US" altLang="en-US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antecedent then the resulting shortened rule is not consistent with the data, hence it cannot be eliminated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Number Placeholder 2">
            <a:extLst>
              <a:ext uri="{FF2B5EF4-FFF2-40B4-BE49-F238E27FC236}">
                <a16:creationId xmlns:a16="http://schemas.microsoft.com/office/drawing/2014/main" id="{CF4E0ECE-73E3-4F44-AD4F-2DD86CF06B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1C165CB-2141-4EA3-BFF3-C89C01E10A51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91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481282" name="Text Box 2">
            <a:extLst>
              <a:ext uri="{FF2B5EF4-FFF2-40B4-BE49-F238E27FC236}">
                <a16:creationId xmlns:a16="http://schemas.microsoft.com/office/drawing/2014/main" id="{38E0829B-F4C9-4236-8D23-BD03B46DE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81000"/>
            <a:ext cx="716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400" b="1" u="sng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IDENTIFICATION TREES</a:t>
            </a:r>
          </a:p>
        </p:txBody>
      </p:sp>
      <p:sp>
        <p:nvSpPr>
          <p:cNvPr id="108548" name="Text Box 3">
            <a:extLst>
              <a:ext uri="{FF2B5EF4-FFF2-40B4-BE49-F238E27FC236}">
                <a16:creationId xmlns:a16="http://schemas.microsoft.com/office/drawing/2014/main" id="{36C98DE7-36BC-405A-A99D-60AD03B87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143000"/>
            <a:ext cx="81534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From Decision Trees to Rules</a:t>
            </a: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Step 4: Optimize the rules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(eliminate unnecessary rules)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Rules leading to one label can be replaced by a default rule: 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	If no other rule applies 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	then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label x</a:t>
            </a: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However, this means a very big assumption that all of the uncovered concept space belongs to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label x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This may mean a misclassification of an unknown instance</a:t>
            </a:r>
            <a:endParaRPr lang="en-US" altLang="en-US" sz="2400" b="1" i="1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AutoShape 2">
            <a:extLst>
              <a:ext uri="{FF2B5EF4-FFF2-40B4-BE49-F238E27FC236}">
                <a16:creationId xmlns:a16="http://schemas.microsoft.com/office/drawing/2014/main" id="{CBD79560-85A6-45EC-A661-AB546153CC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SimSun" panose="020B0503020204020204" pitchFamily="2" charset="-122"/>
              </a:rPr>
              <a:t>Strengths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AB3D6919-E7F7-4396-9D71-78C417D99D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1025" y="2227263"/>
            <a:ext cx="7989888" cy="3632200"/>
          </a:xfrm>
        </p:spPr>
        <p:txBody>
          <a:bodyPr/>
          <a:lstStyle/>
          <a:p>
            <a:r>
              <a:rPr lang="en-US" altLang="zh-CN" sz="2400">
                <a:ea typeface="SimSun" panose="020B0503020204020204" pitchFamily="2" charset="-122"/>
              </a:rPr>
              <a:t>can generate understandable rules</a:t>
            </a:r>
          </a:p>
          <a:p>
            <a:r>
              <a:rPr lang="en-US" altLang="zh-CN" sz="2400">
                <a:ea typeface="SimSun" panose="020B0503020204020204" pitchFamily="2" charset="-122"/>
              </a:rPr>
              <a:t>perform classification without much computation</a:t>
            </a:r>
          </a:p>
          <a:p>
            <a:r>
              <a:rPr lang="en-US" altLang="zh-CN" sz="2400">
                <a:ea typeface="SimSun" panose="020B0503020204020204" pitchFamily="2" charset="-122"/>
              </a:rPr>
              <a:t>can handle continuous and categorical variables</a:t>
            </a:r>
          </a:p>
          <a:p>
            <a:r>
              <a:rPr lang="en-US" altLang="zh-CN" sz="2400">
                <a:ea typeface="SimSun" panose="020B0503020204020204" pitchFamily="2" charset="-122"/>
              </a:rPr>
              <a:t>provide a clear indication of which fields are most important for prediction or classification</a:t>
            </a:r>
            <a:r>
              <a:rPr lang="en-US" altLang="zh-CN">
                <a:ea typeface="SimSun" panose="020B0503020204020204" pitchFamily="2" charset="-122"/>
              </a:rPr>
              <a:t> 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AutoShape 2">
            <a:extLst>
              <a:ext uri="{FF2B5EF4-FFF2-40B4-BE49-F238E27FC236}">
                <a16:creationId xmlns:a16="http://schemas.microsoft.com/office/drawing/2014/main" id="{8FDAE93A-D772-4900-8F13-906E278CCE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SimSun" panose="020B0503020204020204" pitchFamily="2" charset="-122"/>
              </a:rPr>
              <a:t>Weakness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F88455BE-574C-4452-AC22-469CEACF20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1025" y="2227263"/>
            <a:ext cx="7989888" cy="3632200"/>
          </a:xfrm>
        </p:spPr>
        <p:txBody>
          <a:bodyPr/>
          <a:lstStyle/>
          <a:p>
            <a:pPr marL="304800" indent="-304800">
              <a:lnSpc>
                <a:spcPct val="90000"/>
              </a:lnSpc>
            </a:pPr>
            <a:r>
              <a:rPr lang="en-US" altLang="zh-CN" sz="2400">
                <a:ea typeface="SimSun" panose="020B0503020204020204" pitchFamily="2" charset="-122"/>
              </a:rPr>
              <a:t>Not suitable for prediction of continuous attribute.</a:t>
            </a:r>
          </a:p>
          <a:p>
            <a:pPr marL="304800" indent="-304800">
              <a:lnSpc>
                <a:spcPct val="90000"/>
              </a:lnSpc>
            </a:pPr>
            <a:r>
              <a:rPr lang="en-US" altLang="zh-CN" sz="2400">
                <a:ea typeface="SimSun" panose="020B0503020204020204" pitchFamily="2" charset="-122"/>
              </a:rPr>
              <a:t>Perform poorly with many class and small data.</a:t>
            </a:r>
          </a:p>
          <a:p>
            <a:pPr marL="304800" indent="-304800">
              <a:lnSpc>
                <a:spcPct val="90000"/>
              </a:lnSpc>
            </a:pPr>
            <a:r>
              <a:rPr lang="en-US" altLang="zh-CN" sz="2400">
                <a:ea typeface="SimSun" panose="020B0503020204020204" pitchFamily="2" charset="-122"/>
              </a:rPr>
              <a:t>Computationally expensive to train. </a:t>
            </a:r>
          </a:p>
          <a:p>
            <a:pPr marL="628650" lvl="1" indent="-304800">
              <a:lnSpc>
                <a:spcPct val="90000"/>
              </a:lnSpc>
            </a:pPr>
            <a:r>
              <a:rPr lang="en-US" altLang="zh-CN" sz="2000">
                <a:ea typeface="SimSun" panose="020B0503020204020204" pitchFamily="2" charset="-122"/>
              </a:rPr>
              <a:t>At each node, each candidate splitting field must be sorted before its best split can be found. </a:t>
            </a:r>
          </a:p>
          <a:p>
            <a:pPr marL="628650" lvl="1" indent="-304800">
              <a:lnSpc>
                <a:spcPct val="90000"/>
              </a:lnSpc>
            </a:pPr>
            <a:r>
              <a:rPr lang="en-US" altLang="zh-CN" sz="2000">
                <a:ea typeface="SimSun" panose="020B0503020204020204" pitchFamily="2" charset="-122"/>
              </a:rPr>
              <a:t>In some algorithms, combinations of fields are used and a search must be made for optimal combining weights. </a:t>
            </a:r>
          </a:p>
          <a:p>
            <a:pPr marL="628650" lvl="1" indent="-304800">
              <a:lnSpc>
                <a:spcPct val="90000"/>
              </a:lnSpc>
            </a:pPr>
            <a:r>
              <a:rPr lang="en-US" altLang="zh-CN" sz="2000">
                <a:ea typeface="SimSun" panose="020B0503020204020204" pitchFamily="2" charset="-122"/>
              </a:rPr>
              <a:t>Pruning algorithms can also be expensive since many candidate sub-trees must be formed and compared. </a:t>
            </a:r>
          </a:p>
          <a:p>
            <a:pPr marL="304800" indent="-304800">
              <a:lnSpc>
                <a:spcPct val="90000"/>
              </a:lnSpc>
            </a:pPr>
            <a:r>
              <a:rPr lang="en-US" altLang="zh-CN" sz="2400">
                <a:ea typeface="SimSun" panose="020B0503020204020204" pitchFamily="2" charset="-122"/>
              </a:rPr>
              <a:t>Do not treat well non-rectangular regions.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842EB5B25AA94681E01C533BC4E547" ma:contentTypeVersion="3" ma:contentTypeDescription="Create a new document." ma:contentTypeScope="" ma:versionID="5e8853d87939594dd11300b895153a60">
  <xsd:schema xmlns:xsd="http://www.w3.org/2001/XMLSchema" xmlns:xs="http://www.w3.org/2001/XMLSchema" xmlns:p="http://schemas.microsoft.com/office/2006/metadata/properties" xmlns:ns2="b1cd9ac4-537d-4700-ace9-c3dc8aafaf16" targetNamespace="http://schemas.microsoft.com/office/2006/metadata/properties" ma:root="true" ma:fieldsID="cc6f7d3b10a75145a31d85fa157930a3" ns2:_="">
    <xsd:import namespace="b1cd9ac4-537d-4700-ace9-c3dc8aafaf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cd9ac4-537d-4700-ace9-c3dc8aafaf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501633-C80C-456B-9B4F-7F3285EDD6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cd9ac4-537d-4700-ace9-c3dc8aafaf1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4A9D466-30C4-4902-BBA4-F791513C44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4473</TotalTime>
  <Words>2140</Words>
  <Application>Microsoft Office PowerPoint</Application>
  <PresentationFormat>On-screen Show (4:3)</PresentationFormat>
  <Paragraphs>449</Paragraphs>
  <Slides>93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93</vt:i4>
      </vt:variant>
    </vt:vector>
  </HeadingPairs>
  <TitlesOfParts>
    <vt:vector size="102" baseType="lpstr">
      <vt:lpstr>Arial</vt:lpstr>
      <vt:lpstr>Wingdings</vt:lpstr>
      <vt:lpstr>Times New Roman</vt:lpstr>
      <vt:lpstr>Arial Black</vt:lpstr>
      <vt:lpstr>SimSun</vt:lpstr>
      <vt:lpstr>Symbol</vt:lpstr>
      <vt:lpstr>Pixel</vt:lpstr>
      <vt:lpstr>Bitmap Image</vt:lpstr>
      <vt:lpstr>MathType 5.0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Definition</vt:lpstr>
      <vt:lpstr>Why decision tree?</vt:lpstr>
      <vt:lpstr>key requirements</vt:lpstr>
      <vt:lpstr>Example – Average Disorder</vt:lpstr>
      <vt:lpstr>Average Disorder</vt:lpstr>
      <vt:lpstr>Example (cont.)</vt:lpstr>
      <vt:lpstr>Example (cont.)</vt:lpstr>
      <vt:lpstr>Example (cont.)</vt:lpstr>
      <vt:lpstr>Example (cont.)</vt:lpstr>
      <vt:lpstr>Example (cont.)</vt:lpstr>
      <vt:lpstr>Example (cont.)</vt:lpstr>
      <vt:lpstr>Example (cont.)</vt:lpstr>
      <vt:lpstr>Example (cont.)</vt:lpstr>
      <vt:lpstr>Example (cont.)</vt:lpstr>
      <vt:lpstr>Example (cont.)</vt:lpstr>
      <vt:lpstr>Entropy</vt:lpstr>
      <vt:lpstr>Entropy</vt:lpstr>
      <vt:lpstr>Some Intuitions</vt:lpstr>
      <vt:lpstr>Information Gain</vt:lpstr>
      <vt:lpstr>Information Gain</vt:lpstr>
      <vt:lpstr>PowerPoint Presentation</vt:lpstr>
      <vt:lpstr>PowerPoint Presentation</vt:lpstr>
      <vt:lpstr>PowerPoint Presentation</vt:lpstr>
      <vt:lpstr>Example – Entropy/ I.G.</vt:lpstr>
      <vt:lpstr>Example – Entropy/ I.G.</vt:lpstr>
      <vt:lpstr>Example – Entropy/ I.G.</vt:lpstr>
      <vt:lpstr>Example – Entropy/ I.G.</vt:lpstr>
      <vt:lpstr>Example – Entropy/ I.G.</vt:lpstr>
      <vt:lpstr>Example – Entropy/ I.G.</vt:lpstr>
      <vt:lpstr>Example – Entropy/ I.G.</vt:lpstr>
      <vt:lpstr>Example – Entropy/ I.G.</vt:lpstr>
      <vt:lpstr>Example – Entropy/ I.G.</vt:lpstr>
      <vt:lpstr>Example – Entropy/ I.G.</vt:lpstr>
      <vt:lpstr>Example – Entropy/ I.G.</vt:lpstr>
      <vt:lpstr>Example – Entropy/ I.G.</vt:lpstr>
      <vt:lpstr>Example – Entropy/ I.G.</vt:lpstr>
      <vt:lpstr>Example – Entropy/ I.G.</vt:lpstr>
      <vt:lpstr>Example – Entropy/ I.G.</vt:lpstr>
      <vt:lpstr>Example – Entropy/ I.G.</vt:lpstr>
      <vt:lpstr>Example – Entropy/ I.G.</vt:lpstr>
      <vt:lpstr>Example – Entropy/ I.G.</vt:lpstr>
      <vt:lpstr>Example – Entropy/ I.G.</vt:lpstr>
      <vt:lpstr>Example – Entropy/ I.G.</vt:lpstr>
      <vt:lpstr>Example – Entropy/ I.G.</vt:lpstr>
      <vt:lpstr>Example – Entropy/ I.G.</vt:lpstr>
      <vt:lpstr>Example – Entropy/ I.G.</vt:lpstr>
      <vt:lpstr>Example – Entropy/ I.G.</vt:lpstr>
      <vt:lpstr>Example – Entropy/ I.G.</vt:lpstr>
      <vt:lpstr>Example – Entropy/ I.G.</vt:lpstr>
      <vt:lpstr>Example – Entropy/ I.G.</vt:lpstr>
      <vt:lpstr>Example – Entropy/ I.G.</vt:lpstr>
      <vt:lpstr>Example – Entropy/ I.G.</vt:lpstr>
      <vt:lpstr>Example – Entropy/ I.G.</vt:lpstr>
      <vt:lpstr>Example – Entropy/ I.G.</vt:lpstr>
      <vt:lpstr>Gini Index -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Strengths</vt:lpstr>
      <vt:lpstr>Weakness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app</cp:lastModifiedBy>
  <cp:revision>292</cp:revision>
  <dcterms:created xsi:type="dcterms:W3CDTF">2004-01-24T06:24:18Z</dcterms:created>
  <dcterms:modified xsi:type="dcterms:W3CDTF">2026-04-24T17:10:47Z</dcterms:modified>
</cp:coreProperties>
</file>